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9.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9.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SRS Statistical Report 2024, death rates by age and sex weighted by the 2024 population by age, ages 20 and over; CRS 2024 for population and registered deaths. Marriage: Census 2011 table D-3, women who moved on marriage in the ten years before the census, counted where they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robust standard errors, interval two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+0.30 (-0.36 to 0.96); INDIA: -0.09 (-1.48 to 1.31); leaving out Seemanchal: +0.46 (-0.23 to 1.16).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43.4% of adult deaths are</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Most were not.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same-district seats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allowing for 2020 +0.31 (-0.27 to 0.89)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Varna Sri Raman</dc:creator>
  <cp:lastModifiedBy>Varna Sri Raman</cp:lastModifiedBy>
  <cp:revision>1</cp:revision>
  <dcterms:created xsi:type="dcterms:W3CDTF">2026-10-01T03:58:10Z</dcterms:created>
  <dcterms:modified xsi:type="dcterms:W3CDTF">2026-10-01T03:58:10Z</dcterms:modified>
</cp:coreProperties>
</file>
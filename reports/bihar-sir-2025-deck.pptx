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9.59</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13.47</c:v>
                </c:pt>
                <c:pt idx="2">
                  <c:v>11.11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13.92</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+0.29 (-0.36 to 0.95); INDIA: -0.09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4.5 to 4.7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4,96,29,071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2026-10-09T04:26:09Z</dcterms:created>
  <dcterms:modified xsi:type="dcterms:W3CDTF">2026-10-09T04:26:09Z</dcterms:modified>
</cp:coreProperties>
</file>
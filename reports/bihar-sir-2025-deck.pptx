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left off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Left off or deleted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left off or deleted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left off or deleted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names left off the draft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left off or deleted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those left off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lists of names left off or deleted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left off or deleted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exclusion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names left off or deleted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left off or deleted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left off the draft. A seat's roll before is its draft plus the names on its phase 1 list. Of the 3,66,742 deleted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left off or deleted, with nothing added back. Booth estimate: each elector left off or deleted votes like their own booth in the 2024 Lok Sabha election. Group estimates: Axis My India exit poll, Bihar Assembly election 2025, as reported by NDTV on 12 November 2025. Seats where the winner or runner-up is outside the two alliances get the break-even figure only, the share of those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those left off or deleted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those left off or deleted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left off or deleted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In the 2025 revision 69.1 lakh names were left off Bihar's draft roll or deleted after it</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lists of names left off the draft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left off the draft or deleted after it</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names left off or deleted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those left off or deleted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left off or deleted,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left names off the draft roll of 1 August 2025, and phase 2 deleted names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left off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deleted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left off or deleted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left off the draft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names left off or deleted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names left off the draft in phase 1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left off the draft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the names left off the draft in phase 1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names deleted after the draft in phase 2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those left off the draft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those left off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left off or deleted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left off or deleted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names left off or deleted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left off or deleted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left off or deleted, and the net fall at the final roll of 30 September 2025, exceed the winning margin,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deleted on objections, a net rise of 17.9 lakh, or 27.2% of the 65.6 lakh left off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left off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electors left off or deleted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names left off or deleted have changed who won? Those electors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those left off or deleted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those left off or deleted,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those left off or deleted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names left off or deleted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left off or deleted? Seats in thirds by names left off or deleted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or deleted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names lost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names lost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left off or deleted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those left off or deleted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left off or deleted.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left off or deleted,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left off or deleted,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names left off or deleted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left off or deleted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names left off or deleted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left off or deleted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names left off or deleted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names left off or deleted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or deleted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left off or deleted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left off or deleted and 4,96,29,071 votes polled, one name left off or deleted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Names left off or deleted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left off or deleted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electors left off or deleted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left off the draft.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the names left off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left off or deleted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left off or deleted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left off or deleted and 47.9% of the roll before the revision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left off or deleted,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left off the draft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those left off the draft,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names left off the draft,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names left off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names left off the draft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Left off,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left off the draft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those left off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left off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the names left off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names left off or deleted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left off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names left off the draft in phase 1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or deleted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rates of names left off or deleted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rate of names left off or deleted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names lost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those left off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names left off the draft in phase 1,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names left off or deleted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electors left off or deleted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left off or deleted and 47.9% of the roll, over-represented in 38 of 38 districts. 5,64,439 of the 7,20,543 more women than men left off the draft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left off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the names left off the draft,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left off the draft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names were left off or deleted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names left off or deleted can show intent. It shows where they fell, who was left off or deleted, and how their number compares with the margins. Whose votes they were, and whether they were rightly left off or deleted,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left off or deleted above the margin and women left off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Left off or deleted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left off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names left off or deleted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left off or deleted and where, who they were by sex, and by religion and caste as read from names, and they allow those counts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name left off the draft in phase 1, but not whether it was true, whether leaving the name off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those left off or deleted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names deleted after the draft in phase 2,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left off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Names left off by booth come from the Chief Electoral Officer's phase 1 lists of names left off the draft roll of 1 August 2025, for all 77,837 booths. Names left off or deleted by constituency, phase and sex are from the Chief Electoral Officer's table, and the reason, sex and age of each name left off in phase 1 are counted from the phase 1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names left off in phase 1,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ImpactMojo</dc:creator>
  <cp:lastModifiedBy>ImpactMojo</cp:lastModifiedBy>
  <cp:revision>1</cp:revision>
  <dcterms:created xsi:type="dcterms:W3CDTF">2026-10-30T09:08:34Z</dcterms:created>
  <dcterms:modified xsi:type="dcterms:W3CDTF">2026-10-30T09:08:34Z</dcterms:modified>
</cp:coreProperties>
</file>
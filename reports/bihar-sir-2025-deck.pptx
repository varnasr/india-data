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9.59</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13.47</c:v>
                </c:pt>
                <c:pt idx="2">
                  <c:v>11.11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11.98</c:v>
                </c:pt>
                <c:pt idx="1">
                  <c:v>9.79</c:v>
                </c:pt>
                <c:pt idx="2">
                  <c:v>9.6</c:v>
                </c:pt>
                <c:pt idx="3">
                  <c:v>9.1</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9.95</c:v>
                </c:pt>
                <c:pt idx="1">
                  <c:v>10.58</c:v>
                </c:pt>
                <c:pt idx="2">
                  <c:v>8.9</c:v>
                </c:pt>
                <c:pt idx="3">
                  <c:v>14.3</c:v>
                </c:pt>
                <c:pt idx="4">
                  <c:v>8.84</c:v>
                </c:pt>
                <c:pt idx="5">
                  <c:v>8.37</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13.92</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in this deck is computed from the Chief Electoral Officer's deletion lists and the 2025 results, the same data the website and the full report use. The Chief Electoral Officer (CEO) runs the roll for the state.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2025 roll, which lets places of different size be compared. The draft roll is the roll published after the house-to-house check. The final roll follows once claims and objections to the draft are decided.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come from the SRS Statistical Report 2024, with death rates by age and sex weighted by the 2024 population by age, ages 20 and over. Population and registered deaths come from CRS 2024. Marriage moves come from Census 2011 table D-3, women who moved on marriage in the ten years before the census, counted where they arrived. A rank correlation runs from -1 to 1 and measures how far two orderings of the districts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Grey bars are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fall is the roll before the revision less the final roll, so it counts names removed less names added. 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the share of the removed voters the runner-up would have needed to overturn the margin.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heteroskedasticity-consistent standard errors and an interval of two standard errors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+0.29 (-0.36 to 0.95); INDIA: -0.09 (-1.48 to 1.31); leaving out Seemanchal: +0.46 (-0.23 to 1.15).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removed names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7,46,91,135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and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typical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outnumbered men among phase 1 removals by 7,20,543, and 5,64,439 of that excess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one reason alone exceeds the winning margin, and the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against 43.4% of adult deaths</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equal to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typical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in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4.5 to 4.7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names were removed and 4,96,29,071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Removals passed 20% of votes polled in 18 seats, and peaked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when grouped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9.68.</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each elector's sex, so this needs no guessing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extra women removed in phase 1 were entered as shifted. The lists do not show whether any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from classified names only to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ratio above 1 means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8.37</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 migrant who has moved away is rightly removed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border seats 40.4% of phase 1 removals were entered as shifted, and in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straight-line correlation and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-0.25</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That is what the entries say for most of them, and nobody checked the entries.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9.59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and seats in the same district differ by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and +0.31 (-0.27 to 0.89)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guessed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NDA is BJP, JD(U), LJP(RV), HAM(S) and RLM. INDIA is RJD, INC, the Left parties, VIP and IIP. Every other party is counted as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because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PinPoint Ventures</dc:creator>
  <cp:lastModifiedBy>PinPoint Ventures</cp:lastModifiedBy>
  <cp:revision>1</cp:revision>
  <dcterms:created xsi:type="dcterms:W3CDTF">2026-10-07T04:43:29Z</dcterms:created>
  <dcterms:modified xsi:type="dcterms:W3CDTF">2026-10-07T04:43:29Z</dcterms:modified>
</cp:coreProperties>
</file>
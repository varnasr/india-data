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9.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robust standard errors, interval two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32–34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187 of 243 seats the runner-up could not have won with every removed voter, and the removed leaned NDA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187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runner-up could not have won even with every removed elector who would have voted</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would have been enough: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Booth estimate: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 all to the NDA.</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NDA keeps its majority on every estimate.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Most were not.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2026-09-30T18:34:28Z</dcterms:created>
  <dcterms:modified xsi:type="dcterms:W3CDTF">2026-09-30T18:34:28Z</dcterms:modified>
</cp:coreProperties>
</file>
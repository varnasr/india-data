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robust standard errors, interval two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same-district seats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allowing for 2020 +0.31 (-0.27 to 0.89)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2026-10-01T02:52:08Z</dcterms:created>
  <dcterms:modified xsi:type="dcterms:W3CDTF">2026-10-01T02:52:08Z</dcterms:modified>
</cp:coreProperties>
</file>
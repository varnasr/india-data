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8.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9.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0.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7.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9.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0.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is computed from the Chief Electoral Officer's deletion lists and the 2025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divides by the 2025 electorate.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SRS Statistical Report 2024, death rates by age and sex weighted by the 2024 population by age, ages 20 and over; CRS 2024 for population and registered deaths. Marriage: Census 2011 table D-3, women who moved on marriage in the ten years before the census, counted where they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removed, with nothing added back. Booth estimate: each removed elector votes like their own booth in the 2024 Lok Sabha election. Group estimates: Axis My India exit poll, Bihar Assembly election 2025, as reported by NDTV on 12 November 2025. Seats where the winner or runner-up is outside the two alliances get the break-even figure only.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with robust standard errors, interval two either side. The scenario assumes 66% of the removed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32–34</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median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5,64,439 of the 7,20,543 more women than men removed in phase 1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for one reason exceed the winning margin;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43.4% of adult deaths are</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187 of 243 seats the runner-up could not have won with every removed voter, and the removed leaned NDA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removals have changed who won? The removed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187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the runner-up could not have won even with every removed elector who would have voted</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would have been enough: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the removed,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Booth estimate: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 all to the NDA.</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NDA keeps its majority on every estimate.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From 2020 to 2025 the NDA parties gained 2.9 to 4.1 points of the vote whether a seat lost few names or many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removed? Seats in thirds by names removed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2103120"/>
                <a:gridCol w="1463040"/>
                <a:gridCol w="1188720"/>
                <a:gridCol w="1188720"/>
                <a:gridCol w="109728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Seats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Removed per 100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share</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share</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Votes cast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Fewest removals (81)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Middle (80)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Most removals (82)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+0.2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INDIA lost the most where the fewest names were removed (-2.9 against +0.2 points).</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 extra name removed per 100 electors went with -0.8 points on the NDA's lead, most likely between -1.9 and +0.2.</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the removed who would have voted all been against the NDA, its lead should have grown about 0.66 points more per extra name removed. The results show no sign of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removed.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removed,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Above 20% in 18 seats; highest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sex, so this needs no inference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more women than men removed in phase 1 were entered as shifted. The lists do not show whether any were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classified names only, then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Above 1: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and a migrant who has moved is a legitimate "shifted" deletion.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Border seats: 40.4% of phase 1 removals entered as shifted;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linear correlation,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 income per head from the Bihar Economic Survey 2021-22.</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not simply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Most were not.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not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estimates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Alliances: NDA is BJP, JD(U), LJP(RV), HAM(S) and RLM; INDIA is RJD, INC, the Left parties, VIP and IIP; everything else is Other.</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Varna Sri Raman</dc:creator>
  <cp:lastModifiedBy>Varna Sri Raman</cp:lastModifiedBy>
  <cp:revision>1</cp:revision>
  <dcterms:created xsi:type="dcterms:W3CDTF">2026-09-30T18:09:48Z</dcterms:created>
  <dcterms:modified xsi:type="dcterms:W3CDTF">2026-09-30T18:09:48Z</dcterms:modified>
</cp:coreProperties>
</file>
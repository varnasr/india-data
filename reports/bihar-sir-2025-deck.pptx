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8.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9.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0.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7.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9.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0.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11.97</c:v>
                </c:pt>
                <c:pt idx="1">
                  <c:v>9.79</c:v>
                </c:pt>
                <c:pt idx="2">
                  <c:v>9.6</c:v>
                </c:pt>
                <c:pt idx="3">
                  <c:v>9.09</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9.96</c:v>
                </c:pt>
                <c:pt idx="1">
                  <c:v>10.58</c:v>
                </c:pt>
                <c:pt idx="2">
                  <c:v>8.9</c:v>
                </c:pt>
                <c:pt idx="3">
                  <c:v>14.3</c:v>
                </c:pt>
                <c:pt idx="4">
                  <c:v>8.83</c:v>
                </c:pt>
                <c:pt idx="5">
                  <c:v>8.36</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in this deck is computed from the Chief Electoral Officer's deletion lists and the 2025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divides by the 2025 electorate.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SRS Statistical Report 2024, death rates by age and sex weighted by the 2024 population by age, ages 20 and over; CRS 2024 for population and registered deaths. Marriage: Census 2011 table D-3, women who moved on marriage in the ten years before the census, counted where they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removed, with nothing added back. Booth estimate: each removed elector votes like their own booth in the 2024 Lok Sabha election. Group estimates: Axis My India exit poll, Bihar Assembly election 2025, as reported by NDTV on 12 November 2025. Seats where the winner or runner-up is outside the two alliances get the break-even figure only.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and the seat's 2020 NDA lead over INDIA, with robust standard errors, interval two either side. The scenario assumes 66% of the removed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check repeats the comparison inside a smaller group, so a pattern that only comes from comparing different regions would disappear. Swing figures are the change in the NDA lead over INDIA, in points, per extra name removed per 100 electors. Seats the NDA held in 2020: +0.30 (-0.36 to 0.96); INDIA: -0.09 (-1.48 to 1.31); leaving out Seemanchal: +0.46 (-0.23 to 1.16). The slope is positive in 20 of 32 districts with four or more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sure are we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33–35</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7,47,00,175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median booth lost 71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5,64,439 of the 7,20,543 more women than men removed in phase 1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for one reason exceed the winning margin;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43.4% of adult deaths are</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47.1%.</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56 of 243 seats the removed electors who would have voted were enough to change the result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removals have changed who won? The removed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56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the removed who would have voted could have changed the result had they backed the runner-up</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among them would have been enough: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the removed,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lists do not say how the removed would have voted.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Going by their own booths in 2024,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Allowing for 2020, the NDA's lead grew 4.0 to 5.2 points whether a seat lost few names or many, and the vote cannot tell whether the removals cost INDIA voters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removed? Seats in thirds by names removed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1828800"/>
                <a:gridCol w="1097280"/>
                <a:gridCol w="914400"/>
                <a:gridCol w="914400"/>
                <a:gridCol w="1371600"/>
                <a:gridCol w="91440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INDIA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lead,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Votes cast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Fewest removals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Middle (80)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Most removals (82)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and allowing for 2020, an extra name removed per 100 electors went with +0.31 points on the NDA's lead, most likely between -0.27 and +0.89.</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three in four of the removed who would have voted been against the NDA, that figure would be about +0.33, and +0.66 had all of them. The range takes in these and no effect at 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Without the allowance for 2020 the figure is -0.83. The two models disagree on the direction.</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removed.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removed, 4,96,35,462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Above 20% in 18 seats; highest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11.97</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9.67.</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sex, so this needs no inference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more women than men removed in phase 1 were entered as shifted. The lists do not show whether any were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classified names only, then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Above 1: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1.63),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8.36</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and a migrant who has moved is a legitimate "shifted" deletion.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Border seats: 40.4% of phase 1 removals entered as shifted;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income per head,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linear correlation,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Income per head</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poorest districts are also the least urban and least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 income per head from the Bihar Economic Survey 2021-22.</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not simply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Most were not.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not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9.58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HOW SURE ARE WE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above the margin and women removed out of proportion survive every check</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finding measured again within districts, within seats and without Seemanchal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926080"/>
                <a:gridCol w="6035040"/>
                <a:gridCol w="213055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Checks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Removals above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174 of 243 seats on the draft count, 124 on the final roll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 out of proportion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 of 38 districts, 242 of 243 constituencies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everywhere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More removed on NDA ground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NDA-led booths lost more in 150 of 237 seats; same-district seats +0.46 (-0.17 to 1.10)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inside 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Swing to the NDA with removals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Within districts -0.83 (-1.86 to 0.20); allowing for 2020 +0.31 (-0.27 to 0.89)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Cannot tell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estimates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Alliances: NDA is BJP, JD(U), LJP(RV), HAM(S) and RLM; INDIA is RJD, INC, the Left parties, VIP and IIP; everything else is Other.</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PinPoint Ventures</dc:creator>
  <cp:lastModifiedBy>PinPoint Ventures</cp:lastModifiedBy>
  <cp:revision>1</cp:revision>
  <dcterms:created xsi:type="dcterms:W3CDTF">2026-10-02T02:09:12Z</dcterms:created>
  <dcterms:modified xsi:type="dcterms:W3CDTF">2026-10-02T02:09:12Z</dcterms:modified>
</cp:coreProperties>
</file>
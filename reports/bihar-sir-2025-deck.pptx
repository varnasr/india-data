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do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5–13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14–17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18–18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19–20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21–22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and next steps   23–24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25–27</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seat's winner says how most of its voters voted, not how the removed voted.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holds voters of both sides, so this is where removals fell, not whose votes they were.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number of seats, then names removed per 100 electors.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47.86%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3.0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Women who moved on marriage and were marked "shifted" at their parents' address would produce this pattern. The lists do not record the reason against each name, or whether anyone was enrolled again elsewhere.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within the 0.83-point rise in the Muslim share since 2011.</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2011680"/>
                <a:gridCol w="1188720"/>
                <a:gridCol w="1188720"/>
                <a:gridCol w="1188720"/>
                <a:gridCol w="11887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District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Census 2011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low</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Removals, high</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 ÷ census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Jehanabad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Lakhisarai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Sheikhpura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Aurangabad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Nalanda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16.1%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Patna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Gaya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Nawada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population. That would widen these gaps, not close them.</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Migration into Patna and errors in classifying names could narrow them.</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record the removal, not its reason.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-0.29</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Census 2011; income per head from the Bihar Economic Survey 2021-22.</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used here do not carry the reason against each name, so they cannot say how many were rightly removed. A reason is what an officer entered after a visit or its absence. That is why the case is for verification: 69,10,559 removals are enough for the accuracy of those entries to decide elections.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each result would have been different; it means the change to the roll was larger than the decision at the ballot box.</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leader says how most voters voted, not how the removed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47.86% of the population, over-represented in 38 of 38 districts. Sex is on the roll, so this rests on no estimate. The lists do not show whether women removed as "shifted" were enrolled again where they now live.</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needs a name-by-name audit.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do not show why a name was removed,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officers entered (dead, shifted, absent, enrolled twice) are entries made after a visit or its absence, not findings, and the lists used here do not carry them against each name.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an audit needs to settle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 name-by-name check of removals in every seat where they exceed the margin, starting with the 30 where they exceed it five times or more.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Publication, booth by booth, of every claim and objection filed after the draft roll,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The reason entered against each removed name, and the evidence for each "shifted" and "absent" entry.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 check of women removed as "shifted" against new enrolments where they now live.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Surname counts for the whole draft roll, even for a sample of booths, so each caste group has its own removal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An independent review of the method before the revision is repeated in other states.</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the Chief Electoral Officer's phase 1 deletion lists against the draft roll of 1 August 2025, for all 77,837 booths. Removals by constituency, phase and sex: the Chief Electoral Officer's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2025 results: winner, runner-up and turnout for each seat, from the declared results; votes polled are turnout applied to the 2025 roll. 2024 booth leaders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Population: Census 2011 for sex, religion, literacy, density and urban share; the Bihar caste-based survey of 2 October 2023 for caste;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lists each booth once for each of its three leading 2024 parties; each booth is counted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independent program recomputes every headline figure from the raw files before publication. Only counts are published: no name, EPIC number or address.</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Varna Sri Raman</dc:creator>
  <cp:lastModifiedBy>Varna Sri Raman</cp:lastModifiedBy>
  <cp:revision>1</cp:revision>
  <dcterms:created xsi:type="dcterms:W3CDTF">2026-09-30T07:49:23Z</dcterms:created>
  <dcterms:modified xsi:type="dcterms:W3CDTF">2026-09-30T07:49:23Z</dcterms:modified>
</cp:coreProperties>
</file>
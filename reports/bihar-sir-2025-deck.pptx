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left off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Left off or deleted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left off or deleted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left off or deleted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9.5865</c:v>
                </c:pt>
                <c:pt idx="1">
                  <c:v>9.3579</c:v>
                </c:pt>
                <c:pt idx="2">
                  <c:v>9.277</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8.7852</c:v>
                </c:pt>
                <c:pt idx="1">
                  <c:v>8.4988</c:v>
                </c:pt>
                <c:pt idx="2">
                  <c:v>8.8176</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10.3427</c:v>
                </c:pt>
                <c:pt idx="1">
                  <c:v>13.4688</c:v>
                </c:pt>
                <c:pt idx="2">
                  <c:v>11.1078</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names left off the draft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11.98</c:v>
                </c:pt>
                <c:pt idx="1">
                  <c:v>9.79</c:v>
                </c:pt>
                <c:pt idx="2">
                  <c:v>9.6</c:v>
                </c:pt>
                <c:pt idx="3">
                  <c:v>9.1</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left off or deleted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those left off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3.2079</c:v>
                </c:pt>
                <c:pt idx="1">
                  <c:v>0.5933</c:v>
                </c:pt>
                <c:pt idx="2">
                  <c:v>0.6774</c:v>
                </c:pt>
                <c:pt idx="3">
                  <c:v>1.0191</c:v>
                </c:pt>
                <c:pt idx="4">
                  <c:v>0.6844</c:v>
                </c:pt>
                <c:pt idx="5">
                  <c:v>0.6873</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1.367</c:v>
                </c:pt>
                <c:pt idx="1">
                  <c:v>0.6805</c:v>
                </c:pt>
                <c:pt idx="2">
                  <c:v>0.3024</c:v>
                </c:pt>
                <c:pt idx="3">
                  <c:v>1.529</c:v>
                </c:pt>
                <c:pt idx="4">
                  <c:v>0.915</c:v>
                </c:pt>
                <c:pt idx="5">
                  <c:v>1.6357</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9.95</c:v>
                </c:pt>
                <c:pt idx="1">
                  <c:v>10.58</c:v>
                </c:pt>
                <c:pt idx="2">
                  <c:v>8.9</c:v>
                </c:pt>
                <c:pt idx="3">
                  <c:v>14.3</c:v>
                </c:pt>
                <c:pt idx="4">
                  <c:v>8.84</c:v>
                </c:pt>
                <c:pt idx="5">
                  <c:v>8.37</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9.2663</c:v>
                </c:pt>
                <c:pt idx="1">
                  <c:v>9.2823</c:v>
                </c:pt>
                <c:pt idx="2">
                  <c:v>9.3543</c:v>
                </c:pt>
                <c:pt idx="3">
                  <c:v>9.3984</c:v>
                </c:pt>
                <c:pt idx="4">
                  <c:v>9.4089</c:v>
                </c:pt>
                <c:pt idx="5">
                  <c:v>9.8758</c:v>
                </c:pt>
                <c:pt idx="6">
                  <c:v>9.9285</c:v>
                </c:pt>
                <c:pt idx="7">
                  <c:v>9.957</c:v>
                </c:pt>
                <c:pt idx="8">
                  <c:v>10.246</c:v>
                </c:pt>
                <c:pt idx="9">
                  <c:v>10.7618</c:v>
                </c:pt>
                <c:pt idx="10">
                  <c:v>11.3504</c:v>
                </c:pt>
                <c:pt idx="11">
                  <c:v>11.5474</c:v>
                </c:pt>
                <c:pt idx="12">
                  <c:v>13.9172</c:v>
                </c:pt>
                <c:pt idx="13">
                  <c:v>14.2984</c:v>
                </c:pt>
                <c:pt idx="14">
                  <c:v>17.3142</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in this deck is computed from the Chief Electoral Officer's lists of names left off or deleted and the 2025 results, the same data the website and the full report use. The Chief Electoral Officer (CEO) runs the roll for the state.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left off or deleted for every 100 people on the 2025 roll, which lets places of different size be compared. The draft roll is the roll published after the house-to-house check. The final roll follows once claims and objections to the draft are decided.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exclusion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come from the SRS Statistical Report 2024, with death rates by age and sex weighted by the 2024 population by age, ages 20 and over. Population and registered deaths come from CRS 2024. Marriage moves come from Census 2011 table D-3, women who moved on marriage in the ten years before the census, counted where they arrived. A rank correlation runs from -1 to 1 and measures how far two orderings of the districts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Grey bars are the 69 seats where names left off or deleted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fall is the roll before the revision less the final roll, so it counts names left off or deleted less names added. Source: Format 4B, the Election Commission's return for the final roll, which matches the Chief Electoral Officer's press note of 30 September 2025. New electors are part of the rise from draft to final, and the Commission has not said how many of those added had been left off the draft. A seat's roll before is its draft plus the names on its phase 1 list. Of the 3,66,742 deleted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left off or deleted, with nothing added back. Booth estimate: each elector left off or deleted votes like their own booth in the 2024 Lok Sabha election. Group estimates: Axis My India exit poll, Bihar Assembly election 2025, as reported by NDTV on 12 November 2025. Seats where the winner or runner-up is outside the two alliances get the break-even figure only, the share of those voters the runner-up would have needed to overturn the margin.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heteroskedasticity-consistent standard errors and an interval of two standard errors either side. The scenario assumes 66% of those left off or deleted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those left off or deleted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left off or deleted per 100 electors. Seats the NDA held in 2020: +0.29 (-0.36 to 0.95); INDIA: -0.08 (-1.48 to 1.31); leaving out Seemanchal: +0.46 (-0.23 to 1.15).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In the 2025 revision 69.1 lakh names were left off Bihar's draft roll or deleted after it</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lists of names left off the draft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left off the draft or deleted after it</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names left off or deleted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those left off or deleted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left off or deleted,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left names off the draft roll of 1 August 2025, and phase 2 deleted names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or deleted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left off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deleted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left off or deleted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7,46,91,135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and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left off the draft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typical booth lost 72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names left off or deleted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names left off the draft in phase 1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left off the draft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outnumbered men among the names left off the draft in phase 1 by 7,20,543, and 5,64,439 of that excess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names deleted after the draft in phase 2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those left off the draft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those left off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one reason alone exceeds the winning margin, and the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against 43.4% of adult deaths</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equal to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left off or deleted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left off or deleted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names left off or deleted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or deleted against the margin in the typical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left off or deleted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left off or deleted, and the net fall at the final roll of 30 September 2025, exceed the winning margin,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deleted on objections, a net rise of 17.9 lakh, or 27.2% of the 65.6 lakh left off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left off the draft and 47.9% of those added. Their share of the roll fell from 47.9% to 47.2%.</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electors left off or deleted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names left off or deleted have changed who won? Those electors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those left off or deleted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in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those left off or deleted,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those left off or deleted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names left off or deleted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left off or deleted? Seats in thirds by names left off or deleted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Left off or deleted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names lost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names lost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left off or deleted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those left off or deleted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left off or deleted.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left off or deleted,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or deleted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left off or deleted,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names left off or deleted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left off or deleted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names left off or deleted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or deleted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left off or deleted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names left off or deleted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names left off or deleted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or deleted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or deleted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left off or deleted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or deleted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names were left off or deleted and 4,96,29,071 votes polled, one name left off or deleted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Names left off or deleted passed 20% of votes polled in 18 seats, and peaked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left off or deleted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or deleted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when grouped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electors left off or deleted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left off the draft.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the names left off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left off or deleted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9.68.</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left off or deleted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left off or deleted and 47.9% of the roll before the revision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left off or deleted,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each elector's sex, so this needs no guessing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extra women left off the draft in phase 1 were entered as shifted. The lists do not show whether any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those left off the draft,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names left off the draft, from classified names only to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names left off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names left off the draft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Left off,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Left off,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left off the draft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ratio above 1 means a group's share of those left off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left off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1.64),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the names left off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8.37</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names left off or deleted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 migrant who has moved away is rightly left off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border seats 40.4% of names left off the draft in phase 1 were entered as shifted, and in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or deleted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rates of names left off or deleted move most with density, and not with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rate of names left off or deleted against one characteristic. r is the straight-line correlation and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-0.23</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names lost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-0.25</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names lost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names lost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names lost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less urban districts also tend to be the less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those left off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That is what the entries say for most of them, and nobody checked the entries. Of the 65,59,626 names left off the draft in phase 1,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names left off or deleted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9.59 per 100 electors against 8.79 by the 2020 winner, and NDA-led booths lost 2.4 more names each than INDIA-led booths in the same seat. A booth's leading party says nothing about how the electors left off or deleted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left off or deleted and 47.9% of the roll, over-represented in 38 of 38 districts. 5,64,439 of the 7,20,543 more women than men left off the draft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left off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the names left off the draft,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left off the draft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names were left off or deleted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names left off or deleted can show intent. It shows where they fell, who was left off or deleted, and how their number compares with the margins. Whose votes they were, and whether they were rightly left off or deleted,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left off or deleted above the margin and women left off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Left off or deleted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left off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and seats in the same district differ by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names left off or deleted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and +0.31 (-0.27 to 0.89)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left off or deleted and where, who they were by sex, and by religion and caste as read from names, and they allow those counts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name left off the draft in phase 1, but not whether it was true, whether leaving the name off was right, or how the elector voted. Religion and caste are guessed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those left off or deleted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names deleted after the draft in phase 2,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left off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Names left off by booth come from the Chief Electoral Officer's phase 1 lists of names left off the draft roll of 1 August 2025, for all 77,837 booths. Names left off or deleted by constituency, phase and sex are from the Chief Electoral Officer's table, and the reason, sex and age of each name left off in phase 1 are counted from the phase 1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names left off in phase 1,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NDA is BJP, JD(U), LJP(RV), HAM(S) and RLM. INDIA is RJD, INC, the Left parties, VIP and IIP. Every other party is counted as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because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ImpactMojo</dc:creator>
  <cp:lastModifiedBy>ImpactMojo</cp:lastModifiedBy>
  <cp:revision>1</cp:revision>
  <dcterms:created xsi:type="dcterms:W3CDTF">2026-10-14T06:30:49Z</dcterms:created>
  <dcterms:modified xsi:type="dcterms:W3CDTF">2026-10-14T06:30:49Z</dcterms:modified>
</cp:coreProperties>
</file>
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19–22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23</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24–25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26–27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28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30–32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2011680"/>
                <a:gridCol w="1188720"/>
                <a:gridCol w="1188720"/>
                <a:gridCol w="1188720"/>
                <a:gridCol w="11887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District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Census 2011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low</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high</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 ÷ census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Jehanabad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Lakhisarai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Sheikhpura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Aurangabad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Nalanda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Patna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Gaya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Nawada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-0.29</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Census 2011; income per head from the Bihar Economic Survey 2021-22.</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literacy, density and urban share are from Census 2011,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2026-09-30T15:21:35Z</dcterms:created>
  <dcterms:modified xsi:type="dcterms:W3CDTF">2026-09-30T15:21:35Z</dcterms:modified>
</cp:coreProperties>
</file>
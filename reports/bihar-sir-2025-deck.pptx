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9.5865</c:v>
                </c:pt>
                <c:pt idx="1">
                  <c:v>9.3579</c:v>
                </c:pt>
                <c:pt idx="2">
                  <c:v>9.277</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8.7852</c:v>
                </c:pt>
                <c:pt idx="1">
                  <c:v>8.4988</c:v>
                </c:pt>
                <c:pt idx="2">
                  <c:v>8.8176</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10.3427</c:v>
                </c:pt>
                <c:pt idx="1">
                  <c:v>13.4688</c:v>
                </c:pt>
                <c:pt idx="2">
                  <c:v>11.1078</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3.2079</c:v>
                </c:pt>
                <c:pt idx="1">
                  <c:v>0.5933</c:v>
                </c:pt>
                <c:pt idx="2">
                  <c:v>0.6774</c:v>
                </c:pt>
                <c:pt idx="3">
                  <c:v>1.0191</c:v>
                </c:pt>
                <c:pt idx="4">
                  <c:v>0.6844</c:v>
                </c:pt>
                <c:pt idx="5">
                  <c:v>0.6873</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1.367</c:v>
                </c:pt>
                <c:pt idx="1">
                  <c:v>0.6805</c:v>
                </c:pt>
                <c:pt idx="2">
                  <c:v>0.3024</c:v>
                </c:pt>
                <c:pt idx="3">
                  <c:v>1.529</c:v>
                </c:pt>
                <c:pt idx="4">
                  <c:v>0.915</c:v>
                </c:pt>
                <c:pt idx="5">
                  <c:v>1.6357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9.2663</c:v>
                </c:pt>
                <c:pt idx="1">
                  <c:v>9.2823</c:v>
                </c:pt>
                <c:pt idx="2">
                  <c:v>9.3543</c:v>
                </c:pt>
                <c:pt idx="3">
                  <c:v>9.3984</c:v>
                </c:pt>
                <c:pt idx="4">
                  <c:v>9.4089</c:v>
                </c:pt>
                <c:pt idx="5">
                  <c:v>9.8758</c:v>
                </c:pt>
                <c:pt idx="6">
                  <c:v>9.9285</c:v>
                </c:pt>
                <c:pt idx="7">
                  <c:v>9.957</c:v>
                </c:pt>
                <c:pt idx="8">
                  <c:v>10.246</c:v>
                </c:pt>
                <c:pt idx="9">
                  <c:v>10.7618</c:v>
                </c:pt>
                <c:pt idx="10">
                  <c:v>11.3504</c:v>
                </c:pt>
                <c:pt idx="11">
                  <c:v>11.5474</c:v>
                </c:pt>
                <c:pt idx="12">
                  <c:v>13.9172</c:v>
                </c:pt>
                <c:pt idx="13">
                  <c:v>14.2984</c:v>
                </c:pt>
                <c:pt idx="14">
                  <c:v>17.3142</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+0.29 (-0.36 to 0.95); INDIA: -0.08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72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4,96,29,071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1.64),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less urban districts also tend to be the less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2026-10-10T07:16:11Z</dcterms:created>
  <dcterms:modified xsi:type="dcterms:W3CDTF">2026-10-10T07:16:11Z</dcterms:modified>
</cp:coreProperties>
</file>
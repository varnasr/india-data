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same-district seats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allowing for 2020 +0.31 (-0.27 to 0.89)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
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1.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population 2011</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Sheet1!$B$2:$B$11</c:f>
              <c:numCache>
                <c:formatCode>General</c:formatCode>
                <c:ptCount val="10"/>
                <c:pt idx="0">
                  <c:v>47.9</c:v>
                </c:pt>
                <c:pt idx="1">
                  <c:v>50.5</c:v>
                </c:pt>
                <c:pt idx="2">
                  <c:v>48.8</c:v>
                </c:pt>
                <c:pt idx="3">
                  <c:v>47.2</c:v>
                </c:pt>
                <c:pt idx="4">
                  <c:v>48.2</c:v>
                </c:pt>
                <c:pt idx="5">
                  <c:v>48.1</c:v>
                </c:pt>
                <c:pt idx="6">
                  <c:v>46.8</c:v>
                </c:pt>
                <c:pt idx="7">
                  <c:v>48</c:v>
                </c:pt>
                <c:pt idx="8">
                  <c:v>48.7</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Sheet1!$C$2:$C$11</c:f>
              <c:numCache>
                <c:formatCode>General</c:formatCode>
                <c:ptCount val="10"/>
                <c:pt idx="0">
                  <c:v>57.3</c:v>
                </c:pt>
                <c:pt idx="1">
                  <c:v>60</c:v>
                </c:pt>
                <c:pt idx="2">
                  <c:v>58.4</c:v>
                </c:pt>
                <c:pt idx="3">
                  <c:v>57</c:v>
                </c:pt>
                <c:pt idx="4">
                  <c:v>58.4</c:v>
                </c:pt>
                <c:pt idx="5">
                  <c:v>59.1</c:v>
                </c:pt>
                <c:pt idx="6">
                  <c:v>58.1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it records only that the elector was not found. Already enrolled is a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The rise from draft to final counts new electors as well as names put back;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do 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19–22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23–23</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24–25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26–27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28–28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29–29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30–32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an officer's entry after a visit or its absence, not a finding. The 3,51,150 phase 2 removals carry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the pattern women who move on marriage would produce.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Registered deaths are 37.7% women, so women's deaths are registered less often and may have stayed on the roll; or women still living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fits the number of young women marked shifted,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seat's winner says how most of its voters voted, not how the removed voted.</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holds voters of both sides, so this is where removals fell, not whose votes they were.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number of seats, then names removed per 100 electors.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47.86%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3.0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within the 0.83-point rise in the Muslim share since 2011.</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2011680"/>
                <a:gridCol w="1188720"/>
                <a:gridCol w="1188720"/>
                <a:gridCol w="1188720"/>
                <a:gridCol w="11887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District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Census 2011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low</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high</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 ÷ census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Jehanabad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Lakhisarai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Sheikhpura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Aurangabad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Nalanda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Patna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Gaya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Nawada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population. That would widen these gaps, not close them.</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Migration into Patna and errors in classifying names could narrow them.</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-0.29</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Census 2011; income per head from the Bihar Economic Survey 2021-22.</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Not most. Of the 65,59,626 phase 1 removals, 40.5% were entered as shifted, 34.0% dead, 14.8% absent and 10.7% already enrolled. Each is an officer's entry, not a finding; the 9,70,081 marked absent rest on the least: the entry records only that the elector was not found.</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each result would have been different; it means the change to the roll was larger than the decision at the ballot box.</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leader says how most voters voted, not how the removed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47.86% of the population,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officers entered (dead, shifted, absent, enrolled twice) are entries made after a visit or its absence, not findings.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the Chief Electoral Officer's phase 1 deletion lists against the draft roll of 1 August 2025, for all 77,837 booths. Removals by constituency, phase and sex: the Chief Electoral Officer's table. Reason, sex and age of each phase 1 removal: counts from the row-level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2025 results: winner, runner-up and turnout for each seat, from the declared results; votes polled are turnout applied to the 2025 roll. 2024 booth leaders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Population: Census 2011 for sex, religion, literacy, density and urban share; the Bihar caste-based survey of 2 October 2023 for caste;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lists each booth once for each of its three leading 2024 parties; each booth is counted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independent program recomputes every headline figure from the raw files before publication. Only counts are published: no name, EPIC number or address.</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2026-09-30T11:38:29Z</dcterms:created>
  <dcterms:modified xsi:type="dcterms:W3CDTF">2026-09-30T11:38:29Z</dcterms:modified>
</cp:coreProperties>
</file>
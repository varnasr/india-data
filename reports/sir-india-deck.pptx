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7.65</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5.73</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16–17</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12.4 lakh names are in states that have not published a full split.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20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Lakshadweep,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2026-09-30T15:39:41Z</dcterms:created>
  <dcterms:modified xsi:type="dcterms:W3CDTF">2026-09-30T15:39:41Z</dcterms:modified>
</cp:coreProperties>
</file>
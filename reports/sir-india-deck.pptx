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109.7</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445.2</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49.7</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0.3</c:v>
                </c:pt>
                <c:pt idx="2">
                  <c:v>12.1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cat>
            <c:multiLvlStrRef>
              <c:f>Sheet1!$A$2:$A$31</c:f>
              <c:multiLvlStrCache>
                <c:ptCount val="30"/>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Chhattisgarh</c:v>
                  </c:pt>
                  <c:pt idx="18">
                    <c:v>Gujarat</c:v>
                  </c:pt>
                  <c:pt idx="19">
                    <c:v>Tamil Nadu</c:v>
                  </c:pt>
                  <c:pt idx="20">
                    <c:v>Haryana</c:v>
                  </c:pt>
                  <c:pt idx="21">
                    <c:v>Jharkhand</c:v>
                  </c:pt>
                  <c:pt idx="22">
                    <c:v>Uttar Pradesh</c:v>
                  </c:pt>
                  <c:pt idx="23">
                    <c:v>Arunachal Pradesh</c:v>
                  </c:pt>
                  <c:pt idx="24">
                    <c:v>Karnataka</c:v>
                  </c:pt>
                  <c:pt idx="25">
                    <c:v>Andaman and Nicobar Islands</c:v>
                  </c:pt>
                  <c:pt idx="26">
                    <c:v>Maharashtra</c:v>
                  </c:pt>
                  <c:pt idx="27">
                    <c:v>Telangana</c:v>
                  </c:pt>
                  <c:pt idx="28">
                    <c:v>Dadra and Nagar Haveli and Daman and Diu</c:v>
                  </c:pt>
                  <c:pt idx="29">
                    <c:v>Delhi</c:v>
                  </c:pt>
                </c:lvl>
              </c:multiLvlStrCache>
            </c:multiLvlStrRef>
          </c:cat>
          <c:val>
            <c:numRef>
              <c:f>Sheet1!$B$2:$B$31</c:f>
              <c:numCache>
                <c:formatCode>General</c:formatCode>
                <c:ptCount val="30"/>
                <c:pt idx="0">
                  <c:v>2.47</c:v>
                </c:pt>
                <c:pt idx="1">
                  <c:v>5.28</c:v>
                </c:pt>
                <c:pt idx="2">
                  <c:v>6.03</c:v>
                </c:pt>
                <c:pt idx="3">
                  <c:v>7.45</c:v>
                </c:pt>
                <c:pt idx="4">
                  <c:v>7.58</c:v>
                </c:pt>
                <c:pt idx="5">
                  <c:v>7.6</c:v>
                </c:pt>
                <c:pt idx="6">
                  <c:v>7.65</c:v>
                </c:pt>
                <c:pt idx="7">
                  <c:v>7.68</c:v>
                </c:pt>
                <c:pt idx="8">
                  <c:v>8.01</c:v>
                </c:pt>
                <c:pt idx="9">
                  <c:v>8.31</c:v>
                </c:pt>
                <c:pt idx="10">
                  <c:v>8.44</c:v>
                </c:pt>
                <c:pt idx="11">
                  <c:v>8.65</c:v>
                </c:pt>
                <c:pt idx="12">
                  <c:v>9.63</c:v>
                </c:pt>
                <c:pt idx="13">
                  <c:v>10.13</c:v>
                </c:pt>
                <c:pt idx="14">
                  <c:v>10.39</c:v>
                </c:pt>
                <c:pt idx="15">
                  <c:v>10.79</c:v>
                </c:pt>
                <c:pt idx="16">
                  <c:v>11.62</c:v>
                </c:pt>
                <c:pt idx="17">
                  <c:v>12.88</c:v>
                </c:pt>
                <c:pt idx="18">
                  <c:v>14.51</c:v>
                </c:pt>
                <c:pt idx="19">
                  <c:v>15.19</c:v>
                </c:pt>
                <c:pt idx="20">
                  <c:v>16.42</c:v>
                </c:pt>
                <c:pt idx="21">
                  <c:v>16.52</c:v>
                </c:pt>
                <c:pt idx="22">
                  <c:v>18.72</c:v>
                </c:pt>
                <c:pt idx="23">
                  <c:v>19.09</c:v>
                </c:pt>
                <c:pt idx="24">
                  <c:v>19.48</c:v>
                </c:pt>
                <c:pt idx="25">
                  <c:v>20.62</c:v>
                </c:pt>
                <c:pt idx="26">
                  <c:v>21.15</c:v>
                </c:pt>
                <c:pt idx="27">
                  <c:v>21.71</c:v>
                </c:pt>
                <c:pt idx="28">
                  <c:v>29.65</c:v>
                </c:pt>
                <c:pt idx="29">
                  <c:v>32.8</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Sheet1!$B$2:$B$28</c:f>
              <c:numCache>
                <c:formatCode>General</c:formatCode>
                <c:ptCount val="27"/>
                <c:pt idx="0">
                  <c:v>49.34</c:v>
                </c:pt>
                <c:pt idx="1">
                  <c:v>33.91</c:v>
                </c:pt>
                <c:pt idx="2">
                  <c:v>41.67</c:v>
                </c:pt>
                <c:pt idx="3">
                  <c:v>45.17</c:v>
                </c:pt>
                <c:pt idx="4">
                  <c:v>34.04</c:v>
                </c:pt>
                <c:pt idx="5">
                  <c:v>41.52</c:v>
                </c:pt>
                <c:pt idx="6">
                  <c:v>28.72</c:v>
                </c:pt>
                <c:pt idx="7">
                  <c:v>28.02</c:v>
                </c:pt>
                <c:pt idx="8">
                  <c:v>26.98</c:v>
                </c:pt>
                <c:pt idx="9">
                  <c:v>27.67</c:v>
                </c:pt>
                <c:pt idx="10">
                  <c:v>27.1</c:v>
                </c:pt>
                <c:pt idx="11">
                  <c:v>23.48</c:v>
                </c:pt>
                <c:pt idx="12">
                  <c:v>24.51</c:v>
                </c:pt>
                <c:pt idx="13">
                  <c:v>20.94</c:v>
                </c:pt>
                <c:pt idx="14">
                  <c:v>22.64</c:v>
                </c:pt>
                <c:pt idx="15">
                  <c:v>17.98</c:v>
                </c:pt>
                <c:pt idx="16">
                  <c:v>25.56</c:v>
                </c:pt>
                <c:pt idx="17">
                  <c:v>19.79</c:v>
                </c:pt>
                <c:pt idx="18">
                  <c:v>16.82</c:v>
                </c:pt>
                <c:pt idx="19">
                  <c:v>16.01</c:v>
                </c:pt>
                <c:pt idx="20">
                  <c:v>20.1</c:v>
                </c:pt>
                <c:pt idx="21">
                  <c:v>15.19</c:v>
                </c:pt>
                <c:pt idx="22">
                  <c:v>12.57</c:v>
                </c:pt>
                <c:pt idx="23">
                  <c:v>18.35</c:v>
                </c:pt>
                <c:pt idx="24">
                  <c:v>14.36</c:v>
                </c:pt>
                <c:pt idx="25">
                  <c:v>15.09</c:v>
                </c:pt>
                <c:pt idx="26">
                  <c:v>5.93</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Sheet1!$C$2:$C$28</c:f>
              <c:numCache>
                <c:formatCode>General</c:formatCode>
                <c:ptCount val="27"/>
                <c:pt idx="0">
                  <c:v>17.63</c:v>
                </c:pt>
                <c:pt idx="1">
                  <c:v>49.68</c:v>
                </c:pt>
                <c:pt idx="2">
                  <c:v>50.42</c:v>
                </c:pt>
                <c:pt idx="3">
                  <c:v>51.11</c:v>
                </c:pt>
                <c:pt idx="4">
                  <c:v>55.28</c:v>
                </c:pt>
                <c:pt idx="5">
                  <c:v>56.11</c:v>
                </c:pt>
                <c:pt idx="6">
                  <c:v>64.93</c:v>
                </c:pt>
                <c:pt idx="7">
                  <c:v>66.17</c:v>
                </c:pt>
                <c:pt idx="8">
                  <c:v>67.37</c:v>
                </c:pt>
                <c:pt idx="9">
                  <c:v>68.24</c:v>
                </c:pt>
                <c:pt idx="10">
                  <c:v>68.24</c:v>
                </c:pt>
                <c:pt idx="11">
                  <c:v>69.97</c:v>
                </c:pt>
                <c:pt idx="12">
                  <c:v>70.32</c:v>
                </c:pt>
                <c:pt idx="13">
                  <c:v>70.83</c:v>
                </c:pt>
                <c:pt idx="14">
                  <c:v>71.33</c:v>
                </c:pt>
                <c:pt idx="15">
                  <c:v>71.69</c:v>
                </c:pt>
                <c:pt idx="16">
                  <c:v>72.44</c:v>
                </c:pt>
                <c:pt idx="17">
                  <c:v>73.72</c:v>
                </c:pt>
                <c:pt idx="18">
                  <c:v>74.67</c:v>
                </c:pt>
                <c:pt idx="19">
                  <c:v>75.16</c:v>
                </c:pt>
                <c:pt idx="20">
                  <c:v>77.94</c:v>
                </c:pt>
                <c:pt idx="21">
                  <c:v>78.24</c:v>
                </c:pt>
                <c:pt idx="22">
                  <c:v>78.3</c:v>
                </c:pt>
                <c:pt idx="23">
                  <c:v>78.45</c:v>
                </c:pt>
                <c:pt idx="24">
                  <c:v>81.09</c:v>
                </c:pt>
                <c:pt idx="25">
                  <c:v>81.99</c:v>
                </c:pt>
                <c:pt idx="26">
                  <c:v>91.1</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Sheet1!$D$2:$D$28</c:f>
              <c:numCache>
                <c:formatCode>General</c:formatCode>
                <c:ptCount val="27"/>
                <c:pt idx="0">
                  <c:v>33.03</c:v>
                </c:pt>
                <c:pt idx="1">
                  <c:v>16.42</c:v>
                </c:pt>
                <c:pt idx="2">
                  <c:v>7.91</c:v>
                </c:pt>
                <c:pt idx="3">
                  <c:v>3.71</c:v>
                </c:pt>
                <c:pt idx="4">
                  <c:v>10.69</c:v>
                </c:pt>
                <c:pt idx="5">
                  <c:v>2.37</c:v>
                </c:pt>
                <c:pt idx="6">
                  <c:v>6.35</c:v>
                </c:pt>
                <c:pt idx="7">
                  <c:v>5.81</c:v>
                </c:pt>
                <c:pt idx="8">
                  <c:v>5.65</c:v>
                </c:pt>
                <c:pt idx="9">
                  <c:v>4.09</c:v>
                </c:pt>
                <c:pt idx="10">
                  <c:v>4.66</c:v>
                </c:pt>
                <c:pt idx="11">
                  <c:v>6.55</c:v>
                </c:pt>
                <c:pt idx="12">
                  <c:v>5.17</c:v>
                </c:pt>
                <c:pt idx="13">
                  <c:v>8.23</c:v>
                </c:pt>
                <c:pt idx="14">
                  <c:v>6.03</c:v>
                </c:pt>
                <c:pt idx="15">
                  <c:v>10.32</c:v>
                </c:pt>
                <c:pt idx="16">
                  <c:v>2</c:v>
                </c:pt>
                <c:pt idx="17">
                  <c:v>6.48</c:v>
                </c:pt>
                <c:pt idx="18">
                  <c:v>8.52</c:v>
                </c:pt>
                <c:pt idx="19">
                  <c:v>8.82</c:v>
                </c:pt>
                <c:pt idx="20">
                  <c:v>1.96</c:v>
                </c:pt>
                <c:pt idx="21">
                  <c:v>6.58</c:v>
                </c:pt>
                <c:pt idx="22">
                  <c:v>9.13</c:v>
                </c:pt>
                <c:pt idx="23">
                  <c:v>3.21</c:v>
                </c:pt>
                <c:pt idx="24">
                  <c:v>4.56</c:v>
                </c:pt>
                <c:pt idx="25">
                  <c:v>2.92</c:v>
                </c:pt>
                <c:pt idx="26">
                  <c:v>2.97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Sheet1!$B$2:$B$11</c:f>
              <c:numCache>
                <c:formatCode>General</c:formatCode>
                <c:ptCount val="10"/>
                <c:pt idx="0">
                  <c:v>46.85</c:v>
                </c:pt>
                <c:pt idx="1">
                  <c:v>50.22</c:v>
                </c:pt>
                <c:pt idx="2">
                  <c:v>51.02</c:v>
                </c:pt>
                <c:pt idx="3">
                  <c:v>48.82</c:v>
                </c:pt>
                <c:pt idx="4">
                  <c:v>51.67</c:v>
                </c:pt>
                <c:pt idx="5">
                  <c:v>49.24</c:v>
                </c:pt>
                <c:pt idx="6">
                  <c:v>48.59</c:v>
                </c:pt>
                <c:pt idx="7">
                  <c:v>46.76</c:v>
                </c:pt>
                <c:pt idx="8">
                  <c:v>49.44</c:v>
                </c:pt>
                <c:pt idx="9">
                  <c:v>47.86</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Sheet1!$C$2:$C$11</c:f>
              <c:numCache>
                <c:formatCode>General</c:formatCode>
                <c:ptCount val="10"/>
                <c:pt idx="0">
                  <c:v>42.77</c:v>
                </c:pt>
                <c:pt idx="1">
                  <c:v>49.69</c:v>
                </c:pt>
                <c:pt idx="2">
                  <c:v>51.34</c:v>
                </c:pt>
                <c:pt idx="3">
                  <c:v>51.42</c:v>
                </c:pt>
                <c:pt idx="4">
                  <c:v>55.32</c:v>
                </c:pt>
                <c:pt idx="5">
                  <c:v>53.61</c:v>
                </c:pt>
                <c:pt idx="6">
                  <c:v>55.33</c:v>
                </c:pt>
                <c:pt idx="7">
                  <c:v>53.63</c:v>
                </c:pt>
                <c:pt idx="8">
                  <c:v>56.96</c:v>
                </c:pt>
                <c:pt idx="9">
                  <c:v>55.49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women among the removed, and what goes with the removal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71.4%</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13–13</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14–15</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publishes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9.48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2.78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entered after a visit or its absence, not a finding. Deaths are about one in five of the removals split by reason. The other four in five rest on an entry that the elector was not where the roll placed them, or was on it twice. 12.4 lakh names are in states that have not published a full split.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removed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one tile per state or union territory, placed roughly where it lies, with no boundaries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F2F3F4"/>
          </a:solidFill>
          <a:ln w="9525">
            <a:solidFill>
              <a:srgbClr val="95A5A6"/>
            </a:solidFill>
            <a:prstDash val="dash"/>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7.5</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8.7</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Fewest: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not in the revision, no draft yet (Tripura), or no exact roll before it (Chandigarh).</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65.6 lakh removed,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657.0 lakh removed,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616.6 lakh removed, 17.0 per 100 electors; dead 18.1%, shifted, absent or other 73.6%.</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Odisha (41.7%),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2,89,00,000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41,79,000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33,83,302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published in lakh or crore. Short: the reasons leave some names unexplained. No split: none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7 of the 10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Largest gap: Bihar, 7.6 points; then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6 states; rounded, from an earlier roll or unverified for the rest. Bihar is compared with the 2011 population.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with in-migration across all states (0.53), but only because of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Characteristic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All states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Phase 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Phase 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Share enrolled twice, larger states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Living here, born elsewhere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Income per head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Urban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Muslim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SC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Born here, living elsewhere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Literacy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Women's literacy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Sex ratio</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ST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urban share, migration and the Muslim share rise together, because the large destination states are revised alongside the North-East. 15 states cannot separate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0.12 across all states, -0.34 in phase 2.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a median of 8.3 per 100 against 15.2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After the draft, 27.6 lakh more names were removed in 17 states, with no reason given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the state figures show, and what they cannot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entered: dead, shifted or absent (with "others" where reported), or enrolled more than once.</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are outside every figure by reason, because no state has said why. Twelve phase 3 final rolls are still to come. The Election Commission has published no state table of its own.</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so that restorations can be set against removals.</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All India: each state's Chief Electoral Officer's figures at the draft roll. Press notes read directly for Lakshadweep, Meghalaya, Arunachal Pradesh, Manipur and Nagaland; the rest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grouped into the three every state reported: dead; shifted, absent or other;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Varna Sri Raman</dc:creator>
  <cp:lastModifiedBy>Varna Sri Raman</cp:lastModifiedBy>
  <cp:revision>1</cp:revision>
  <dcterms:created xsi:type="dcterms:W3CDTF">2026-09-30T10:45:00Z</dcterms:created>
  <dcterms:modified xsi:type="dcterms:W3CDTF">2026-09-30T10:45:00Z</dcterms:modified>
</cp:coreProperties>
</file>
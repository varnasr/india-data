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85.5</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77.6</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0.3</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7.65</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2.37</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49.24</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53.61</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Sheet1!$B$2:$B$20</c:f>
              <c:numCache>
                <c:formatCode>General</c:formatCode>
                <c:ptCount val="19"/>
                <c:pt idx="0">
                  <c:v>29.65</c:v>
                </c:pt>
                <c:pt idx="1">
                  <c:v>19.09</c:v>
                </c:pt>
                <c:pt idx="2">
                  <c:v>20.62</c:v>
                </c:pt>
                <c:pt idx="3">
                  <c:v>7.6</c:v>
                </c:pt>
                <c:pt idx="4">
                  <c:v>14.51</c:v>
                </c:pt>
                <c:pt idx="5">
                  <c:v>18.72</c:v>
                </c:pt>
                <c:pt idx="6">
                  <c:v>12.88</c:v>
                </c:pt>
                <c:pt idx="7">
                  <c:v>15.19</c:v>
                </c:pt>
                <c:pt idx="8">
                  <c:v>8.01</c:v>
                </c:pt>
                <c:pt idx="9">
                  <c:v>8.44</c:v>
                </c:pt>
                <c:pt idx="10">
                  <c:v>10.13</c:v>
                </c:pt>
                <c:pt idx="11">
                  <c:v>7.58</c:v>
                </c:pt>
                <c:pt idx="12">
                  <c:v>8.31</c:v>
                </c:pt>
                <c:pt idx="13">
                  <c:v>7.45</c:v>
                </c:pt>
                <c:pt idx="14">
                  <c:v>7.65</c:v>
                </c:pt>
                <c:pt idx="15">
                  <c:v>6.03</c:v>
                </c:pt>
                <c:pt idx="16">
                  <c:v>5.28</c:v>
                </c:pt>
                <c:pt idx="17">
                  <c:v>8.65</c:v>
                </c:pt>
                <c:pt idx="18">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Sheet1!$C$2:$C$20</c:f>
              <c:numCache>
                <c:formatCode>General</c:formatCode>
                <c:ptCount val="19"/>
                <c:pt idx="0">
                  <c:v>30.89</c:v>
                </c:pt>
                <c:pt idx="1">
                  <c:v>21.57</c:v>
                </c:pt>
                <c:pt idx="2">
                  <c:v>16.87</c:v>
                </c:pt>
                <c:pt idx="3">
                  <c:v>15.9</c:v>
                </c:pt>
                <c:pt idx="4">
                  <c:v>13.41</c:v>
                </c:pt>
                <c:pt idx="5">
                  <c:v>13.26</c:v>
                </c:pt>
                <c:pt idx="6">
                  <c:v>11.77</c:v>
                </c:pt>
                <c:pt idx="7">
                  <c:v>11.55</c:v>
                </c:pt>
                <c:pt idx="8">
                  <c:v>11.16</c:v>
                </c:pt>
                <c:pt idx="9">
                  <c:v>10.76</c:v>
                </c:pt>
                <c:pt idx="10">
                  <c:v>7.57</c:v>
                </c:pt>
                <c:pt idx="11">
                  <c:v>6.33</c:v>
                </c:pt>
                <c:pt idx="12">
                  <c:v>6.05</c:v>
                </c:pt>
                <c:pt idx="13">
                  <c:v>5.97</c:v>
                </c:pt>
                <c:pt idx="14">
                  <c:v>5.73</c:v>
                </c:pt>
                <c:pt idx="15">
                  <c:v>5.29</c:v>
                </c:pt>
                <c:pt idx="16">
                  <c:v>4.48</c:v>
                </c:pt>
                <c:pt idx="17">
                  <c:v>3.22</c:v>
                </c:pt>
                <c:pt idx="18">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Uttarakhand, Meghalaya, Nagaland. Removals after the draft carry no reason in any state except Bihar. Rank correlation between the removal rate at the draft and the share made up: -0.12,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16</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17–18</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21.0% were entered as dead. The rest were marked moved, not found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10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20 states with a final roll, the rolls grew back by at most 14.2%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not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12.4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41,79,000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(0.53),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15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-0.28) and sex ratio (-0.36, -0.47).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0.08 across all states, -0.27 in phase 2, 0.45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14.2% of the names left off the drafts in 20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1.06 crore larger than the drafts, against 7.49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22.2%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20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Lakshadweep,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Varna Sri Raman</dc:creator>
  <cp:lastModifiedBy>Varna Sri Raman</cp:lastModifiedBy>
  <cp:revision>1</cp:revision>
  <dcterms:created xsi:type="dcterms:W3CDTF">2026-09-30T17:15:14Z</dcterms:created>
  <dcterms:modified xsi:type="dcterms:W3CDTF">2026-09-30T17:15:14Z</dcterms:modified>
</cp:coreProperties>
</file>
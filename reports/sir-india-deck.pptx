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with the list-level findings for Bihar and Hyderabad Old City</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Bihar, from the lists   12–12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Old City, from the lists   13–13</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entered after a visit or its absence, not a finding. Deaths are about one in five of the removals split by reason. The other four in five rest on an entry that the elector was not where the roll placed them,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published in lakh or crore. Short: the reasons leave some names unexplained. No split: none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the 2011 population.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with in-migration across all states (0.53), but only because of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All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Share enrolled twice, larger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Living here, born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Income per head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Urban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Muslim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SC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Born here, living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Women's 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Sex ratio</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ST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urban share, migration and the Muslim share rise together, because the large destination states are revised alongside the North-East. 15 states cannot separate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0.12 across all states, -0.34 in phase 2.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a median of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After the draft, 27.6 lakh more names were removed in 17 states, with no reason given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the state figures show, and what they cannot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entered: dead, shifted or absent (with "others" where reported), or enrolled more than once.</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are outside every figure by reason, because no state has said why. Twelve phase 3 final rolls are still to come. The Election Commission has published no state table of its own.</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BIHAR, FROM THE LISTS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more names were removed than the 2025 winning margin in 174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one state where the deletion lists could be counted name by name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both phases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174 of 243</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margin</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55.5%</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the removed are women</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20 seats</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names marked absent alone exceed the margin</a:t>
            </a:r>
            <a:endParaRPr lang="en-US" sz="1200" dirty="0"/>
          </a:p>
        </p:txBody>
      </p:sp>
      <p:sp>
        <p:nvSpPr>
          <p:cNvPr id="59" name="Text 57"/>
          <p:cNvSpPr txBox="1"/>
          <p:nvPr/>
        </p:nvSpPr>
        <p:spPr>
          <a:xfrm>
            <a:off x="548640" y="3840480"/>
            <a:ext cx="11094415" cy="23774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Phase 1 reasons: shifted 40.5%, dead 34.0%, absent 14.8%, already enrolled 10.7%.</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5,64,439 of the 7,20,543 more women than men removed in phase 1 were entered as shifted; 72.6% of those marked shifted aged 18 to 29 are women.</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NDA seats lost 9.58 names per 100 electors against 8.79 in INDIA seats, by the 2020 winner.</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full Bihar report and deck, with a chapter for each district, are published separately.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HYDERABAD OLD CITY, FROM THE LISTS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40% of electors in five Old City seats were struck off, more than the 2023 margin in all 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Charminar, Yakutpura, Malakpet, Chandrayangutta and Bahadurpura; the lists hold every elector, so each group has a true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6,62,063</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struck off</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40.0%</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the pre-revision rolls</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3,69,972</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but summoned to a hearing</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74%</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electors aged 80 and over struck off</a:t>
            </a:r>
            <a:endParaRPr lang="en-US" sz="1200" dirty="0"/>
          </a:p>
        </p:txBody>
      </p:sp>
      <p:sp>
        <p:nvSpPr>
          <p:cNvPr id="59" name="Text 57"/>
          <p:cNvSpPr txBox="1"/>
          <p:nvPr/>
        </p:nvSpPr>
        <p:spPr>
          <a:xfrm>
            <a:off x="548640" y="3840480"/>
            <a:ext cx="11094415" cy="23774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entered: permanently shifted 64.2%, untraceable or absent 20.8%, dead 8.7%, already enrolled 6.0%.</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Struck off more names than every valid vote cast in 2023 in Yakutpura and Malakpet.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Electors with no link to the 2002 roll were struck off at 51.6%, against 25.3% for those with one.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full Hyderabad report and deck are published separately.</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so that restorations can be set against removals.</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 India: each state's Chief Electoral Officer's figures at the draft roll. Press notes read directly for Lakshadweep, Meghalaya, Arunachal Pradesh, Manipur and Nagaland; the rest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grouped into the three every state reported: dead; shifted, absent or other;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and Hyderabad findings are counted from the lists; their methods are in their own reports. No name, EPIC number or address is published.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the Bihar and Hyderabad dashboards, and the three full reports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2026-09-30T09:49:27Z</dcterms:created>
  <dcterms:modified xsi:type="dcterms:W3CDTF">2026-09-30T09:49:27Z</dcterms:modified>
</cp:coreProperties>
</file>
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0.3</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7.65</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2.37</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49.24</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53.61</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7.65</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5.73</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16</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17–18</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20 states with a final roll, the rolls grew back by at most 14.2%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41,79,000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Varna Sri Raman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Lakshadweep,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Varna Sri Raman</dc:creator>
  <cp:lastModifiedBy>Varna Sri Raman</cp:lastModifiedBy>
  <cp:revision>1</cp:revision>
  <dcterms:created xsi:type="dcterms:W3CDTF">2026-09-30T18:09:48Z</dcterms:created>
  <dcterms:modified xsi:type="dcterms:W3CDTF">2026-09-30T18:09:48Z</dcterms:modified>
</cp:coreProperties>
</file>
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453.6</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8.3138</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16.8317</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74.6297</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8.5386</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left off</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Left off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Sheet1!$A$2:$A$23</c:f>
              <c:multiLvlStrCache>
                <c:ptCount val="22"/>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Punjab</c:v>
                  </c:pt>
                  <c:pt idx="14">
                    <c:v>Manipur</c:v>
                  </c:pt>
                  <c:pt idx="15">
                    <c:v>Bihar</c:v>
                  </c:pt>
                  <c:pt idx="16">
                    <c:v>Madhya Pradesh</c:v>
                  </c:pt>
                  <c:pt idx="17">
                    <c:v>Rajasthan</c:v>
                  </c:pt>
                  <c:pt idx="18">
                    <c:v>Odisha</c:v>
                  </c:pt>
                  <c:pt idx="19">
                    <c:v>Mizoram</c:v>
                  </c:pt>
                  <c:pt idx="20">
                    <c:v>Kerala</c:v>
                  </c:pt>
                  <c:pt idx="21">
                    <c:v>Lakshadweep</c:v>
                  </c:pt>
                </c:lvl>
              </c:multiLvlStrCache>
            </c:multiLvlStrRef>
          </c:cat>
          <c:val>
            <c:numRef>
              <c:f>Sheet1!$B$2:$B$23</c:f>
              <c:numCache>
                <c:formatCode>General</c:formatCode>
                <c:ptCount val="22"/>
                <c:pt idx="0">
                  <c:v>29.6456</c:v>
                </c:pt>
                <c:pt idx="1">
                  <c:v>19.0939</c:v>
                </c:pt>
                <c:pt idx="2">
                  <c:v>20.6228</c:v>
                </c:pt>
                <c:pt idx="3">
                  <c:v>7.5954</c:v>
                </c:pt>
                <c:pt idx="4">
                  <c:v>14.502</c:v>
                </c:pt>
                <c:pt idx="5">
                  <c:v>18.6972</c:v>
                </c:pt>
                <c:pt idx="6">
                  <c:v>12.8814</c:v>
                </c:pt>
                <c:pt idx="7">
                  <c:v>15.1882</c:v>
                </c:pt>
                <c:pt idx="8">
                  <c:v>8.009</c:v>
                </c:pt>
                <c:pt idx="9">
                  <c:v>12.8082</c:v>
                </c:pt>
                <c:pt idx="10">
                  <c:v>8.4421</c:v>
                </c:pt>
                <c:pt idx="11">
                  <c:v>10.3882</c:v>
                </c:pt>
                <c:pt idx="12">
                  <c:v>10.1282</c:v>
                </c:pt>
                <c:pt idx="13">
                  <c:v>9.6297</c:v>
                </c:pt>
                <c:pt idx="14">
                  <c:v>7.581</c:v>
                </c:pt>
                <c:pt idx="15">
                  <c:v>8.3138</c:v>
                </c:pt>
                <c:pt idx="16">
                  <c:v>7.4455</c:v>
                </c:pt>
                <c:pt idx="17">
                  <c:v>7.6568</c:v>
                </c:pt>
                <c:pt idx="18">
                  <c:v>6.0257</c:v>
                </c:pt>
                <c:pt idx="19">
                  <c:v>5.2752</c:v>
                </c:pt>
                <c:pt idx="20">
                  <c:v>8.6479</c:v>
                </c:pt>
                <c:pt idx="21">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Sheet1!$A$2:$A$23</c:f>
              <c:multiLvlStrCache>
                <c:ptCount val="22"/>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Punjab</c:v>
                  </c:pt>
                  <c:pt idx="14">
                    <c:v>Manipur</c:v>
                  </c:pt>
                  <c:pt idx="15">
                    <c:v>Bihar</c:v>
                  </c:pt>
                  <c:pt idx="16">
                    <c:v>Madhya Pradesh</c:v>
                  </c:pt>
                  <c:pt idx="17">
                    <c:v>Rajasthan</c:v>
                  </c:pt>
                  <c:pt idx="18">
                    <c:v>Odisha</c:v>
                  </c:pt>
                  <c:pt idx="19">
                    <c:v>Mizoram</c:v>
                  </c:pt>
                  <c:pt idx="20">
                    <c:v>Kerala</c:v>
                  </c:pt>
                  <c:pt idx="21">
                    <c:v>Lakshadweep</c:v>
                  </c:pt>
                </c:lvl>
              </c:multiLvlStrCache>
            </c:multiLvlStrRef>
          </c:cat>
          <c:val>
            <c:numRef>
              <c:f>Sheet1!$C$2:$C$23</c:f>
              <c:numCache>
                <c:formatCode>General</c:formatCode>
                <c:ptCount val="22"/>
                <c:pt idx="0">
                  <c:v>30.886</c:v>
                </c:pt>
                <c:pt idx="1">
                  <c:v>21.575</c:v>
                </c:pt>
                <c:pt idx="2">
                  <c:v>16.8696</c:v>
                </c:pt>
                <c:pt idx="3">
                  <c:v>15.8994</c:v>
                </c:pt>
                <c:pt idx="4">
                  <c:v>13.3994</c:v>
                </c:pt>
                <c:pt idx="5">
                  <c:v>13.2392</c:v>
                </c:pt>
                <c:pt idx="6">
                  <c:v>11.7745</c:v>
                </c:pt>
                <c:pt idx="7">
                  <c:v>11.5531</c:v>
                </c:pt>
                <c:pt idx="8">
                  <c:v>11.1569</c:v>
                </c:pt>
                <c:pt idx="9">
                  <c:v>10.886</c:v>
                </c:pt>
                <c:pt idx="10">
                  <c:v>10.7565</c:v>
                </c:pt>
                <c:pt idx="11">
                  <c:v>10.0721</c:v>
                </c:pt>
                <c:pt idx="12">
                  <c:v>7.5733</c:v>
                </c:pt>
                <c:pt idx="13">
                  <c:v>6.3387</c:v>
                </c:pt>
                <c:pt idx="14">
                  <c:v>6.3283</c:v>
                </c:pt>
                <c:pt idx="15">
                  <c:v>6.0495</c:v>
                </c:pt>
                <c:pt idx="16">
                  <c:v>5.9664</c:v>
                </c:pt>
                <c:pt idx="17">
                  <c:v>5.7382</c:v>
                </c:pt>
                <c:pt idx="18">
                  <c:v>5.29</c:v>
                </c:pt>
                <c:pt idx="19">
                  <c:v>4.4795</c:v>
                </c:pt>
                <c:pt idx="20">
                  <c:v>3.2215</c:v>
                </c:pt>
                <c:pt idx="21">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its phase 1 lists of names left off the draft. Shares are of the names left off that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left off the draft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Meghalaya, Nagaland. Deletions after the draft carry no reason in any state except Bihar. Rank correlation between the rate left off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35 entries are Supreme Court orders or its judgment. The site also lists 36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name left off, state by state, women among those left off, and what goes with the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left 14.1 of every 100 electors off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left 13.39 crore names off the draft rolls in 31 states, 14.1 of every 100 electors, and the draft rolls now hold 84.4% of adults. States whose rolls were most over-full did not leave more names off.</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left off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left off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left off. In 8 of the 11 states that report by sex, women are a bigger share of the names left off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22 states with a final roll, the rolls grew back by at most 14.6% of the names left off,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9.56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names left off and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left off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the draft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left off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left off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left off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left off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left off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left off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left off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left ten lakh names or more off the draft,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names left off,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Left off</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Left off</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names left off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left off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rate of names left off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names left off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left fewer off,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left off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14.6% of the names left off the drafts in 22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1.14 crore larger than the drafts, against 7.77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22.4%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10.1 per 100 electors at the final roll, from 11.8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22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the names left off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Deletions after the draft, at hearings and on objections, carry no reason outside Bihar, and no state has said how many of those added at the final roll had been left off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left off or deleted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on the names left off or deleted in both phases, and Tamil Nadu 211 of 234 on the names left off the draft.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names left off or deleted were enough to decide a seat. In Bihar, the one state whose lists show who was left off or deleted,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left off or deleted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names left off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names left off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the names left off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35 times while the revision was under way, and dates moved 30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19 states that published both counts added fewer names after the draft, new electors included, than they left off it, and 3 added fewer than 10 for every 100 left off..</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name left off at the draft and every deletion after it, as exact counts.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lists of names left off the draft,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its phase 1 lists of names left off the draft,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
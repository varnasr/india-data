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c:v>
                </c:pt>
                <c:pt idx="23">
                  <c:v>19.09</c:v>
                </c:pt>
                <c:pt idx="24">
                  <c:v>19.48</c:v>
                </c:pt>
                <c:pt idx="25">
                  <c:v>20.62</c:v>
                </c:pt>
                <c:pt idx="26">
                  <c:v>21.15</c:v>
                </c:pt>
                <c:pt idx="27">
                  <c:v>21.71</c:v>
                </c:pt>
                <c:pt idx="28">
                  <c:v>29.65</c:v>
                </c:pt>
                <c:pt idx="29">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Sheet1!$B$2:$B$21</c:f>
              <c:numCache>
                <c:formatCode>General</c:formatCode>
                <c:ptCount val="20"/>
                <c:pt idx="0">
                  <c:v>29.65</c:v>
                </c:pt>
                <c:pt idx="1">
                  <c:v>19.09</c:v>
                </c:pt>
                <c:pt idx="2">
                  <c:v>20.62</c:v>
                </c:pt>
                <c:pt idx="3">
                  <c:v>7.6</c:v>
                </c:pt>
                <c:pt idx="4">
                  <c:v>14.51</c:v>
                </c:pt>
                <c:pt idx="5">
                  <c:v>18.7</c:v>
                </c:pt>
                <c:pt idx="6">
                  <c:v>12.88</c:v>
                </c:pt>
                <c:pt idx="7">
                  <c:v>15.19</c:v>
                </c:pt>
                <c:pt idx="8">
                  <c:v>8.01</c:v>
                </c:pt>
                <c:pt idx="9">
                  <c:v>8.44</c:v>
                </c:pt>
                <c:pt idx="10">
                  <c:v>10.39</c:v>
                </c:pt>
                <c:pt idx="11">
                  <c:v>10.13</c:v>
                </c:pt>
                <c:pt idx="12">
                  <c:v>7.58</c:v>
                </c:pt>
                <c:pt idx="13">
                  <c:v>8.31</c:v>
                </c:pt>
                <c:pt idx="14">
                  <c:v>7.45</c:v>
                </c:pt>
                <c:pt idx="15">
                  <c:v>7.66</c:v>
                </c:pt>
                <c:pt idx="16">
                  <c:v>6.03</c:v>
                </c:pt>
                <c:pt idx="17">
                  <c:v>5.28</c:v>
                </c:pt>
                <c:pt idx="18">
                  <c:v>8.65</c:v>
                </c:pt>
                <c:pt idx="19">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Sheet1!$C$2:$C$21</c:f>
              <c:numCache>
                <c:formatCode>General</c:formatCode>
                <c:ptCount val="20"/>
                <c:pt idx="0">
                  <c:v>30.89</c:v>
                </c:pt>
                <c:pt idx="1">
                  <c:v>21.57</c:v>
                </c:pt>
                <c:pt idx="2">
                  <c:v>16.87</c:v>
                </c:pt>
                <c:pt idx="3">
                  <c:v>15.9</c:v>
                </c:pt>
                <c:pt idx="4">
                  <c:v>13.41</c:v>
                </c:pt>
                <c:pt idx="5">
                  <c:v>13.24</c:v>
                </c:pt>
                <c:pt idx="6">
                  <c:v>11.77</c:v>
                </c:pt>
                <c:pt idx="7">
                  <c:v>11.55</c:v>
                </c:pt>
                <c:pt idx="8">
                  <c:v>11.16</c:v>
                </c:pt>
                <c:pt idx="9">
                  <c:v>10.76</c:v>
                </c:pt>
                <c:pt idx="10">
                  <c:v>10.07</c:v>
                </c:pt>
                <c:pt idx="11">
                  <c:v>7.57</c:v>
                </c:pt>
                <c:pt idx="12">
                  <c:v>6.33</c:v>
                </c:pt>
                <c:pt idx="13">
                  <c:v>6.05</c:v>
                </c:pt>
                <c:pt idx="14">
                  <c:v>5.97</c:v>
                </c:pt>
                <c:pt idx="15">
                  <c:v>5.74</c:v>
                </c:pt>
                <c:pt idx="16">
                  <c:v>5.29</c:v>
                </c:pt>
                <c:pt idx="17">
                  <c:v>4.48</c:v>
                </c:pt>
                <c:pt idx="18">
                  <c:v>3.22</c:v>
                </c:pt>
                <c:pt idx="19">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-0.14,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33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12.1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616.6 lakh,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27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Uttarakhand,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2026-10-05T14:19:35Z</dcterms:created>
  <dcterms:modified xsi:type="dcterms:W3CDTF">2026-10-05T14:19:35Z</dcterms:modified>
</cp:coreProperties>
</file>
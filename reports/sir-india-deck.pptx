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109.8</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445.8</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12.81</c:v>
                </c:pt>
                <c:pt idx="18">
                  <c:v>12.88</c:v>
                </c:pt>
                <c:pt idx="19">
                  <c:v>14.51</c:v>
                </c:pt>
                <c:pt idx="20">
                  <c:v>15.19</c:v>
                </c:pt>
                <c:pt idx="21">
                  <c:v>16.42</c:v>
                </c:pt>
                <c:pt idx="22">
                  <c:v>16.52</c:v>
                </c:pt>
                <c:pt idx="23">
                  <c:v>18.7</c:v>
                </c:pt>
                <c:pt idx="24">
                  <c:v>19.09</c:v>
                </c:pt>
                <c:pt idx="25">
                  <c:v>19.48</c:v>
                </c:pt>
                <c:pt idx="26">
                  <c:v>20.62</c:v>
                </c:pt>
                <c:pt idx="27">
                  <c:v>21.15</c:v>
                </c:pt>
                <c:pt idx="28">
                  <c:v>21.71</c:v>
                </c:pt>
                <c:pt idx="29">
                  <c:v>29.65</c:v>
                </c:pt>
                <c:pt idx="30">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Sheet1!$A$2:$A$29</c:f>
              <c:multiLvlStrCache>
                <c:ptCount val="28"/>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Chandigarh</c:v>
                  </c:pt>
                  <c:pt idx="27">
                    <c:v>Delhi</c:v>
                  </c:pt>
                </c:lvl>
              </c:multiLvlStrCache>
            </c:multiLvlStrRef>
          </c:cat>
          <c:val>
            <c:numRef>
              <c:f>Sheet1!$B$2:$B$29</c:f>
              <c:numCache>
                <c:formatCode>General</c:formatCode>
                <c:ptCount val="28"/>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5.34</c:v>
                </c:pt>
                <c:pt idx="27">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Sheet1!$A$2:$A$29</c:f>
              <c:multiLvlStrCache>
                <c:ptCount val="28"/>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Chandigarh</c:v>
                  </c:pt>
                  <c:pt idx="27">
                    <c:v>Delhi</c:v>
                  </c:pt>
                </c:lvl>
              </c:multiLvlStrCache>
            </c:multiLvlStrRef>
          </c:cat>
          <c:val>
            <c:numRef>
              <c:f>Sheet1!$C$2:$C$29</c:f>
              <c:numCache>
                <c:formatCode>General</c:formatCode>
                <c:ptCount val="28"/>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90.74</c:v>
                </c:pt>
                <c:pt idx="27">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Sheet1!$A$2:$A$29</c:f>
              <c:multiLvlStrCache>
                <c:ptCount val="28"/>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Chandigarh</c:v>
                  </c:pt>
                  <c:pt idx="27">
                    <c:v>Delhi</c:v>
                  </c:pt>
                </c:lvl>
              </c:multiLvlStrCache>
            </c:multiLvlStrRef>
          </c:cat>
          <c:val>
            <c:numRef>
              <c:f>Sheet1!$D$2:$D$29</c:f>
              <c:numCache>
                <c:formatCode>General</c:formatCode>
                <c:ptCount val="28"/>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3.92</c:v>
                </c:pt>
                <c:pt idx="27">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48.59</c:v>
                </c:pt>
                <c:pt idx="8">
                  <c:v>46.76</c:v>
                </c:pt>
                <c:pt idx="9">
                  <c:v>49.44</c:v>
                </c:pt>
                <c:pt idx="10">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55.33</c:v>
                </c:pt>
                <c:pt idx="8">
                  <c:v>53.63</c:v>
                </c:pt>
                <c:pt idx="9">
                  <c:v>56.96</c:v>
                </c:pt>
                <c:pt idx="10">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29.65</c:v>
                </c:pt>
                <c:pt idx="1">
                  <c:v>19.09</c:v>
                </c:pt>
                <c:pt idx="2">
                  <c:v>20.62</c:v>
                </c:pt>
                <c:pt idx="3">
                  <c:v>7.6</c:v>
                </c:pt>
                <c:pt idx="4">
                  <c:v>14.51</c:v>
                </c:pt>
                <c:pt idx="5">
                  <c:v>18.7</c:v>
                </c:pt>
                <c:pt idx="6">
                  <c:v>12.88</c:v>
                </c:pt>
                <c:pt idx="7">
                  <c:v>15.19</c:v>
                </c:pt>
                <c:pt idx="8">
                  <c:v>8.01</c:v>
                </c:pt>
                <c:pt idx="9">
                  <c:v>12.81</c:v>
                </c:pt>
                <c:pt idx="10">
                  <c:v>8.44</c:v>
                </c:pt>
                <c:pt idx="11">
                  <c:v>10.39</c:v>
                </c:pt>
                <c:pt idx="12">
                  <c:v>10.13</c:v>
                </c:pt>
                <c:pt idx="13">
                  <c:v>7.58</c:v>
                </c:pt>
                <c:pt idx="14">
                  <c:v>8.31</c:v>
                </c:pt>
                <c:pt idx="15">
                  <c:v>7.45</c:v>
                </c:pt>
                <c:pt idx="16">
                  <c:v>7.66</c:v>
                </c:pt>
                <c:pt idx="17">
                  <c:v>6.03</c:v>
                </c:pt>
                <c:pt idx="18">
                  <c:v>5.28</c:v>
                </c:pt>
                <c:pt idx="19">
                  <c:v>8.65</c:v>
                </c:pt>
                <c:pt idx="20">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30.89</c:v>
                </c:pt>
                <c:pt idx="1">
                  <c:v>21.57</c:v>
                </c:pt>
                <c:pt idx="2">
                  <c:v>16.87</c:v>
                </c:pt>
                <c:pt idx="3">
                  <c:v>15.9</c:v>
                </c:pt>
                <c:pt idx="4">
                  <c:v>13.41</c:v>
                </c:pt>
                <c:pt idx="5">
                  <c:v>13.24</c:v>
                </c:pt>
                <c:pt idx="6">
                  <c:v>11.77</c:v>
                </c:pt>
                <c:pt idx="7">
                  <c:v>11.55</c:v>
                </c:pt>
                <c:pt idx="8">
                  <c:v>11.16</c:v>
                </c:pt>
                <c:pt idx="9">
                  <c:v>10.89</c:v>
                </c:pt>
                <c:pt idx="10">
                  <c:v>10.76</c:v>
                </c:pt>
                <c:pt idx="11">
                  <c:v>10.07</c:v>
                </c:pt>
                <c:pt idx="12">
                  <c:v>7.57</c:v>
                </c:pt>
                <c:pt idx="13">
                  <c:v>6.33</c:v>
                </c:pt>
                <c:pt idx="14">
                  <c:v>6.05</c:v>
                </c:pt>
                <c:pt idx="15">
                  <c:v>5.97</c:v>
                </c:pt>
                <c:pt idx="16">
                  <c:v>5.74</c:v>
                </c:pt>
                <c:pt idx="17">
                  <c:v>5.29</c:v>
                </c:pt>
                <c:pt idx="18">
                  <c:v>4.48</c:v>
                </c:pt>
                <c:pt idx="19">
                  <c:v>3.22</c:v>
                </c:pt>
                <c:pt idx="20">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33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9.49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616.6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2026-10-06T02:01:22Z</dcterms:created>
  <dcterms:modified xsi:type="dcterms:W3CDTF">2026-10-06T02:01:22Z</dcterms:modified>
</cp:coreProperties>
</file>
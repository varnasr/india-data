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16–17</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entered after a visit or its absence, not a finding. Deaths are about one in five of the removals split by reason. The other four in five rest on an entry that the elector was not where the roll placed them,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one tile per state or union territory, placed roughly where it lies, with no boundaries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not in the revision, no draft yet (Tripura), or no exact roll before it (Chandigarh).</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published in lakh or crore. Short: the reasons leave some names unexplained. No split: none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the 2011 population.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with in-migration across all states (0.53), but only because of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All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Share enrolled twice, larger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Living here, born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Income per head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Urban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Muslim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SC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Born here, living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Women's 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Sex ratio</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ST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urban share, migration and the Muslim share rise together, because the large destination states are revised alongside the North-East. 15 states cannot separate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0.12 across all states, -0.34 in phase 2.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a median of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they are decided; without them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entered: dead, shifted or absent (with "others" where reported), or enrolled more than once, and for 20 states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 India: each state's Chief Electoral Officer's figures at the draft roll. Press notes read directly for Lakshadweep, Meghalaya, Arunachal Pradesh, Manipur and Nagaland; the rest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grouped into the three every state reported: dead; shifted, absent or other;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2026-09-30T13:02:35Z</dcterms:created>
  <dcterms:modified xsi:type="dcterms:W3CDTF">2026-09-30T13:02:35Z</dcterms:modified>
</cp:coreProperties>
</file>
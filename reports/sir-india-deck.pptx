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95.1</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87.2</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453.6</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2.4718</c:v>
                </c:pt>
                <c:pt idx="1">
                  <c:v>5.2752</c:v>
                </c:pt>
                <c:pt idx="2">
                  <c:v>6.0257</c:v>
                </c:pt>
                <c:pt idx="3">
                  <c:v>7.4455</c:v>
                </c:pt>
                <c:pt idx="4">
                  <c:v>7.581</c:v>
                </c:pt>
                <c:pt idx="5">
                  <c:v>7.5954</c:v>
                </c:pt>
                <c:pt idx="6">
                  <c:v>7.6568</c:v>
                </c:pt>
                <c:pt idx="7">
                  <c:v>7.6778</c:v>
                </c:pt>
                <c:pt idx="8">
                  <c:v>8.009</c:v>
                </c:pt>
                <c:pt idx="9">
                  <c:v>8.3065</c:v>
                </c:pt>
                <c:pt idx="10">
                  <c:v>8.4421</c:v>
                </c:pt>
                <c:pt idx="11">
                  <c:v>8.6479</c:v>
                </c:pt>
                <c:pt idx="12">
                  <c:v>9.6297</c:v>
                </c:pt>
                <c:pt idx="13">
                  <c:v>10.1282</c:v>
                </c:pt>
                <c:pt idx="14">
                  <c:v>10.3882</c:v>
                </c:pt>
                <c:pt idx="15">
                  <c:v>10.7849</c:v>
                </c:pt>
                <c:pt idx="16">
                  <c:v>11.6233</c:v>
                </c:pt>
                <c:pt idx="17">
                  <c:v>12.8082</c:v>
                </c:pt>
                <c:pt idx="18">
                  <c:v>12.8814</c:v>
                </c:pt>
                <c:pt idx="19">
                  <c:v>14.502</c:v>
                </c:pt>
                <c:pt idx="20">
                  <c:v>15.1882</c:v>
                </c:pt>
                <c:pt idx="21">
                  <c:v>16.3855</c:v>
                </c:pt>
                <c:pt idx="22">
                  <c:v>16.4832</c:v>
                </c:pt>
                <c:pt idx="23">
                  <c:v>18.6972</c:v>
                </c:pt>
                <c:pt idx="24">
                  <c:v>19.0939</c:v>
                </c:pt>
                <c:pt idx="25">
                  <c:v>19.4766</c:v>
                </c:pt>
                <c:pt idx="26">
                  <c:v>20.6228</c:v>
                </c:pt>
                <c:pt idx="27">
                  <c:v>21.1422</c:v>
                </c:pt>
                <c:pt idx="28">
                  <c:v>21.6967</c:v>
                </c:pt>
                <c:pt idx="29">
                  <c:v>29.6456</c:v>
                </c:pt>
                <c:pt idx="30">
                  <c:v>32.7817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49.3352</c:v>
                </c:pt>
                <c:pt idx="1">
                  <c:v>46.13</c:v>
                </c:pt>
                <c:pt idx="2">
                  <c:v>33.9051</c:v>
                </c:pt>
                <c:pt idx="3">
                  <c:v>41.3675</c:v>
                </c:pt>
                <c:pt idx="4">
                  <c:v>45.1713</c:v>
                </c:pt>
                <c:pt idx="5">
                  <c:v>34.0353</c:v>
                </c:pt>
                <c:pt idx="6">
                  <c:v>41.5203</c:v>
                </c:pt>
                <c:pt idx="7">
                  <c:v>28.7172</c:v>
                </c:pt>
                <c:pt idx="8">
                  <c:v>28.0201</c:v>
                </c:pt>
                <c:pt idx="9">
                  <c:v>26.9828</c:v>
                </c:pt>
                <c:pt idx="10">
                  <c:v>27.6722</c:v>
                </c:pt>
                <c:pt idx="11">
                  <c:v>27.0991</c:v>
                </c:pt>
                <c:pt idx="12">
                  <c:v>23.4836</c:v>
                </c:pt>
                <c:pt idx="13">
                  <c:v>24.511</c:v>
                </c:pt>
                <c:pt idx="14">
                  <c:v>20.938</c:v>
                </c:pt>
                <c:pt idx="15">
                  <c:v>22.6382</c:v>
                </c:pt>
                <c:pt idx="16">
                  <c:v>17.5127</c:v>
                </c:pt>
                <c:pt idx="17">
                  <c:v>25.5633</c:v>
                </c:pt>
                <c:pt idx="18">
                  <c:v>19.7978</c:v>
                </c:pt>
                <c:pt idx="19">
                  <c:v>16.8317</c:v>
                </c:pt>
                <c:pt idx="20">
                  <c:v>16.0137</c:v>
                </c:pt>
                <c:pt idx="21">
                  <c:v>15.0153</c:v>
                </c:pt>
                <c:pt idx="22">
                  <c:v>20.1011</c:v>
                </c:pt>
                <c:pt idx="23">
                  <c:v>15.1891</c:v>
                </c:pt>
                <c:pt idx="24">
                  <c:v>12.5657</c:v>
                </c:pt>
                <c:pt idx="25">
                  <c:v>18.3478</c:v>
                </c:pt>
                <c:pt idx="26">
                  <c:v>14.3578</c:v>
                </c:pt>
                <c:pt idx="27">
                  <c:v>15.091</c:v>
                </c:pt>
                <c:pt idx="28">
                  <c:v>5.3443</c:v>
                </c:pt>
                <c:pt idx="29">
                  <c:v>5.9371</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17.6347</c:v>
                </c:pt>
                <c:pt idx="1">
                  <c:v>49.0003</c:v>
                </c:pt>
                <c:pt idx="2">
                  <c:v>49.677</c:v>
                </c:pt>
                <c:pt idx="3">
                  <c:v>50.776</c:v>
                </c:pt>
                <c:pt idx="4">
                  <c:v>51.1142</c:v>
                </c:pt>
                <c:pt idx="5">
                  <c:v>55.2773</c:v>
                </c:pt>
                <c:pt idx="6">
                  <c:v>56.1033</c:v>
                </c:pt>
                <c:pt idx="7">
                  <c:v>64.9336</c:v>
                </c:pt>
                <c:pt idx="8">
                  <c:v>66.1696</c:v>
                </c:pt>
                <c:pt idx="9">
                  <c:v>67.3693</c:v>
                </c:pt>
                <c:pt idx="10">
                  <c:v>68.2378</c:v>
                </c:pt>
                <c:pt idx="11">
                  <c:v>68.2411</c:v>
                </c:pt>
                <c:pt idx="12">
                  <c:v>69.9696</c:v>
                </c:pt>
                <c:pt idx="13">
                  <c:v>70.3153</c:v>
                </c:pt>
                <c:pt idx="14">
                  <c:v>70.8303</c:v>
                </c:pt>
                <c:pt idx="15">
                  <c:v>71.3074</c:v>
                </c:pt>
                <c:pt idx="16">
                  <c:v>72.4323</c:v>
                </c:pt>
                <c:pt idx="17">
                  <c:v>72.4406</c:v>
                </c:pt>
                <c:pt idx="18">
                  <c:v>73.7223</c:v>
                </c:pt>
                <c:pt idx="19">
                  <c:v>74.6297</c:v>
                </c:pt>
                <c:pt idx="20">
                  <c:v>75.1646</c:v>
                </c:pt>
                <c:pt idx="21">
                  <c:v>77.5535</c:v>
                </c:pt>
                <c:pt idx="22">
                  <c:v>77.9427</c:v>
                </c:pt>
                <c:pt idx="23">
                  <c:v>78.2358</c:v>
                </c:pt>
                <c:pt idx="24">
                  <c:v>78.3025</c:v>
                </c:pt>
                <c:pt idx="25">
                  <c:v>78.4453</c:v>
                </c:pt>
                <c:pt idx="26">
                  <c:v>81.0854</c:v>
                </c:pt>
                <c:pt idx="27">
                  <c:v>81.9897</c:v>
                </c:pt>
                <c:pt idx="28">
                  <c:v>90.74</c:v>
                </c:pt>
                <c:pt idx="29">
                  <c:v>91.0874</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33.0301</c:v>
                </c:pt>
                <c:pt idx="1">
                  <c:v>4.8697</c:v>
                </c:pt>
                <c:pt idx="2">
                  <c:v>16.4179</c:v>
                </c:pt>
                <c:pt idx="3">
                  <c:v>7.8566</c:v>
                </c:pt>
                <c:pt idx="4">
                  <c:v>3.7145</c:v>
                </c:pt>
                <c:pt idx="5">
                  <c:v>10.6875</c:v>
                </c:pt>
                <c:pt idx="6">
                  <c:v>2.3764</c:v>
                </c:pt>
                <c:pt idx="7">
                  <c:v>6.3492</c:v>
                </c:pt>
                <c:pt idx="8">
                  <c:v>5.8104</c:v>
                </c:pt>
                <c:pt idx="9">
                  <c:v>5.6478</c:v>
                </c:pt>
                <c:pt idx="10">
                  <c:v>4.09</c:v>
                </c:pt>
                <c:pt idx="11">
                  <c:v>4.6598</c:v>
                </c:pt>
                <c:pt idx="12">
                  <c:v>6.5468</c:v>
                </c:pt>
                <c:pt idx="13">
                  <c:v>5.1736</c:v>
                </c:pt>
                <c:pt idx="14">
                  <c:v>8.2316</c:v>
                </c:pt>
                <c:pt idx="15">
                  <c:v>6.0544</c:v>
                </c:pt>
                <c:pt idx="16">
                  <c:v>10.055</c:v>
                </c:pt>
                <c:pt idx="17">
                  <c:v>1.9962</c:v>
                </c:pt>
                <c:pt idx="18">
                  <c:v>6.4799</c:v>
                </c:pt>
                <c:pt idx="19">
                  <c:v>8.5386</c:v>
                </c:pt>
                <c:pt idx="20">
                  <c:v>8.8218</c:v>
                </c:pt>
                <c:pt idx="21">
                  <c:v>7.4312</c:v>
                </c:pt>
                <c:pt idx="22">
                  <c:v>1.9562</c:v>
                </c:pt>
                <c:pt idx="23">
                  <c:v>6.5751</c:v>
                </c:pt>
                <c:pt idx="24">
                  <c:v>9.1318</c:v>
                </c:pt>
                <c:pt idx="25">
                  <c:v>3.2069</c:v>
                </c:pt>
                <c:pt idx="26">
                  <c:v>4.5568</c:v>
                </c:pt>
                <c:pt idx="27">
                  <c:v>2.9193</c:v>
                </c:pt>
                <c:pt idx="28">
                  <c:v>3.9156</c:v>
                </c:pt>
                <c:pt idx="29">
                  <c:v>2.9755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47.8582</c:v>
                </c:pt>
              </c:numCache>
            </c:numRef>
          </c:val>
        </c:ser>
        <c:ser>
          <c:idx val="1"/>
          <c:order val="1"/>
          <c:tx>
            <c:strRef>
              <c:f>Sheet1!$C$1</c:f>
              <c:strCache>
                <c:ptCount val="1"/>
                <c:pt idx="0">
                  <c:v>Women, % of names left off</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55.4924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Left off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Dadra and Nagar Haveli and Daman and Diu</c:v>
                  </c:pt>
                  <c:pt idx="1">
                    <c:v>Arunachal Pradesh</c:v>
                  </c:pt>
                  <c:pt idx="2">
                    <c:v>Karnataka</c:v>
                  </c:pt>
                  <c:pt idx="3">
                    <c:v>Andaman and Nicobar Islands</c:v>
                  </c:pt>
                  <c:pt idx="4">
                    <c:v>West Bengal</c:v>
                  </c:pt>
                  <c:pt idx="5">
                    <c:v>Gujarat</c:v>
                  </c:pt>
                  <c:pt idx="6">
                    <c:v>Uttar Pradesh</c:v>
                  </c:pt>
                  <c:pt idx="7">
                    <c:v>Chhattisgarh</c:v>
                  </c:pt>
                  <c:pt idx="8">
                    <c:v>Tamil Nadu</c:v>
                  </c:pt>
                  <c:pt idx="9">
                    <c:v>Sikkim</c:v>
                  </c:pt>
                  <c:pt idx="10">
                    <c:v>Chandigarh</c:v>
                  </c:pt>
                  <c:pt idx="11">
                    <c:v>Goa</c:v>
                  </c:pt>
                  <c:pt idx="12">
                    <c:v>Uttarakhand</c:v>
                  </c:pt>
                  <c:pt idx="13">
                    <c:v>Puducherry</c:v>
                  </c:pt>
                  <c:pt idx="14">
                    <c:v>Meghalaya</c:v>
                  </c:pt>
                  <c:pt idx="15">
                    <c:v>Punjab</c:v>
                  </c:pt>
                  <c:pt idx="16">
                    <c:v>Manipur</c:v>
                  </c:pt>
                  <c:pt idx="17">
                    <c:v>Bihar</c:v>
                  </c:pt>
                  <c:pt idx="18">
                    <c:v>Madhya Pradesh</c:v>
                  </c:pt>
                  <c:pt idx="19">
                    <c:v>Rajasthan</c:v>
                  </c:pt>
                  <c:pt idx="20">
                    <c:v>Odisha</c:v>
                  </c:pt>
                  <c:pt idx="21">
                    <c:v>Mizoram</c:v>
                  </c:pt>
                  <c:pt idx="22">
                    <c:v>Kerala</c:v>
                  </c:pt>
                  <c:pt idx="23">
                    <c:v>Lakshadweep</c:v>
                  </c:pt>
                </c:lvl>
              </c:multiLvlStrCache>
            </c:multiLvlStrRef>
          </c:cat>
          <c:val>
            <c:numRef>
              <c:f>Sheet1!$B$2:$B$25</c:f>
              <c:numCache>
                <c:formatCode>General</c:formatCode>
                <c:ptCount val="24"/>
                <c:pt idx="0">
                  <c:v>29.6456</c:v>
                </c:pt>
                <c:pt idx="1">
                  <c:v>19.0939</c:v>
                </c:pt>
                <c:pt idx="2">
                  <c:v>19.4766</c:v>
                </c:pt>
                <c:pt idx="3">
                  <c:v>20.6228</c:v>
                </c:pt>
                <c:pt idx="4">
                  <c:v>7.5954</c:v>
                </c:pt>
                <c:pt idx="5">
                  <c:v>14.502</c:v>
                </c:pt>
                <c:pt idx="6">
                  <c:v>18.6972</c:v>
                </c:pt>
                <c:pt idx="7">
                  <c:v>12.8814</c:v>
                </c:pt>
                <c:pt idx="8">
                  <c:v>15.1882</c:v>
                </c:pt>
                <c:pt idx="9">
                  <c:v>8.009</c:v>
                </c:pt>
                <c:pt idx="10">
                  <c:v>12.8082</c:v>
                </c:pt>
                <c:pt idx="11">
                  <c:v>8.4421</c:v>
                </c:pt>
                <c:pt idx="12">
                  <c:v>10.3882</c:v>
                </c:pt>
                <c:pt idx="13">
                  <c:v>10.1282</c:v>
                </c:pt>
                <c:pt idx="14">
                  <c:v>7.6778</c:v>
                </c:pt>
                <c:pt idx="15">
                  <c:v>9.6297</c:v>
                </c:pt>
                <c:pt idx="16">
                  <c:v>7.581</c:v>
                </c:pt>
                <c:pt idx="17">
                  <c:v>8.3065</c:v>
                </c:pt>
                <c:pt idx="18">
                  <c:v>7.4455</c:v>
                </c:pt>
                <c:pt idx="19">
                  <c:v>7.6568</c:v>
                </c:pt>
                <c:pt idx="20">
                  <c:v>6.0257</c:v>
                </c:pt>
                <c:pt idx="21">
                  <c:v>5.2752</c:v>
                </c:pt>
                <c:pt idx="22">
                  <c:v>8.6479</c:v>
                </c:pt>
                <c:pt idx="23">
                  <c:v>2.4718</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Dadra and Nagar Haveli and Daman and Diu</c:v>
                  </c:pt>
                  <c:pt idx="1">
                    <c:v>Arunachal Pradesh</c:v>
                  </c:pt>
                  <c:pt idx="2">
                    <c:v>Karnataka</c:v>
                  </c:pt>
                  <c:pt idx="3">
                    <c:v>Andaman and Nicobar Islands</c:v>
                  </c:pt>
                  <c:pt idx="4">
                    <c:v>West Bengal</c:v>
                  </c:pt>
                  <c:pt idx="5">
                    <c:v>Gujarat</c:v>
                  </c:pt>
                  <c:pt idx="6">
                    <c:v>Uttar Pradesh</c:v>
                  </c:pt>
                  <c:pt idx="7">
                    <c:v>Chhattisgarh</c:v>
                  </c:pt>
                  <c:pt idx="8">
                    <c:v>Tamil Nadu</c:v>
                  </c:pt>
                  <c:pt idx="9">
                    <c:v>Sikkim</c:v>
                  </c:pt>
                  <c:pt idx="10">
                    <c:v>Chandigarh</c:v>
                  </c:pt>
                  <c:pt idx="11">
                    <c:v>Goa</c:v>
                  </c:pt>
                  <c:pt idx="12">
                    <c:v>Uttarakhand</c:v>
                  </c:pt>
                  <c:pt idx="13">
                    <c:v>Puducherry</c:v>
                  </c:pt>
                  <c:pt idx="14">
                    <c:v>Meghalaya</c:v>
                  </c:pt>
                  <c:pt idx="15">
                    <c:v>Punjab</c:v>
                  </c:pt>
                  <c:pt idx="16">
                    <c:v>Manipur</c:v>
                  </c:pt>
                  <c:pt idx="17">
                    <c:v>Bihar</c:v>
                  </c:pt>
                  <c:pt idx="18">
                    <c:v>Madhya Pradesh</c:v>
                  </c:pt>
                  <c:pt idx="19">
                    <c:v>Rajasthan</c:v>
                  </c:pt>
                  <c:pt idx="20">
                    <c:v>Odisha</c:v>
                  </c:pt>
                  <c:pt idx="21">
                    <c:v>Mizoram</c:v>
                  </c:pt>
                  <c:pt idx="22">
                    <c:v>Kerala</c:v>
                  </c:pt>
                  <c:pt idx="23">
                    <c:v>Lakshadweep</c:v>
                  </c:pt>
                </c:lvl>
              </c:multiLvlStrCache>
            </c:multiLvlStrRef>
          </c:cat>
          <c:val>
            <c:numRef>
              <c:f>Sheet1!$C$2:$C$25</c:f>
              <c:numCache>
                <c:formatCode>General</c:formatCode>
                <c:ptCount val="24"/>
                <c:pt idx="0">
                  <c:v>30.886</c:v>
                </c:pt>
                <c:pt idx="1">
                  <c:v>21.575</c:v>
                </c:pt>
                <c:pt idx="2">
                  <c:v>17.9979</c:v>
                </c:pt>
                <c:pt idx="3">
                  <c:v>16.8696</c:v>
                </c:pt>
                <c:pt idx="4">
                  <c:v>15.8994</c:v>
                </c:pt>
                <c:pt idx="5">
                  <c:v>13.3994</c:v>
                </c:pt>
                <c:pt idx="6">
                  <c:v>13.2392</c:v>
                </c:pt>
                <c:pt idx="7">
                  <c:v>11.7745</c:v>
                </c:pt>
                <c:pt idx="8">
                  <c:v>11.5531</c:v>
                </c:pt>
                <c:pt idx="9">
                  <c:v>11.1569</c:v>
                </c:pt>
                <c:pt idx="10">
                  <c:v>10.886</c:v>
                </c:pt>
                <c:pt idx="11">
                  <c:v>10.7565</c:v>
                </c:pt>
                <c:pt idx="12">
                  <c:v>10.0721</c:v>
                </c:pt>
                <c:pt idx="13">
                  <c:v>7.5733</c:v>
                </c:pt>
                <c:pt idx="14">
                  <c:v>7.0514</c:v>
                </c:pt>
                <c:pt idx="15">
                  <c:v>6.3385</c:v>
                </c:pt>
                <c:pt idx="16">
                  <c:v>6.3283</c:v>
                </c:pt>
                <c:pt idx="17">
                  <c:v>6.0441</c:v>
                </c:pt>
                <c:pt idx="18">
                  <c:v>5.9664</c:v>
                </c:pt>
                <c:pt idx="19">
                  <c:v>5.7382</c:v>
                </c:pt>
                <c:pt idx="20">
                  <c:v>5.29</c:v>
                </c:pt>
                <c:pt idx="21">
                  <c:v>4.4795</c:v>
                </c:pt>
                <c:pt idx="22">
                  <c:v>3.2215</c:v>
                </c:pt>
                <c:pt idx="23">
                  <c:v>0.3563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its phase 1 lists of names left off the draft. Shares are of the names left off that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left off the draft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Telangana, Delhi, Andhra Pradesh, Jharkhand, Haryana, Nagaland. Deletions after the draft carry no reason in any state except Bihar. Rank correlation between the rate left off at the draft and the share made up: -0.18,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of the 37 entries are Supreme Court orders or its judgment. The site also lists 38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name left off, state by state, women among those left off, and what goes with the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left 14.1 of every 100 electors off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left 13.39 crore names off the draft rolls in 31 states, 14.1 of every 100 electors, and the draft rolls now hold 84.5% of adults. States whose rolls were most over-full did not leave more names off.</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left off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applied in every state. Delhi left off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left off. In 8 of the 11 states that report by sex, women are a bigger share of the names left off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24 states with a final roll, the rolls grew back by at most 13.8% of the names left off,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is reported to publish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9.56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names left off and split by reason was a death. The other four in five rest on an officer writing down that the elector was not where the roll said, or was on it twice. 1.5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left off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Left off the draft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7.4</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8.6</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left off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left off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left off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left off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left off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left off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left off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left ten lakh names or more off the draft,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names left off,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Left off</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Left off</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8 of the 11 states with a split by sex, women are a larger share of the names left off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left off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rate of names left off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names left off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to 18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left fewer off,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left off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13.8% of the names left off the drafts in 24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Left off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1.22 crore larger than the drafts, against 8.87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for adjudication. As reported, 32.7 lakh were later found eligible and 27.2 lakh not. Leaving those out, the rise is 20.5%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10.7 per 100 electors at the final roll, from 12.4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24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the names left off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Deletions after the draft, at hearings and on objections, carry no reason outside Bihar, and no state has said how many of those added at the final roll had been left off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left off or deleted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on the names left off or deleted in both phases, and Tamil Nadu 211 of 234 on the names left off the draft.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names left off or deleted were enough to decide a seat. In Bihar, the one state whose lists show who was left off or deleted,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left off or deleted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names left off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names left off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the names left off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37 times while the revision was under way, and dates moved 36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12 Phase II states and union territories had their dates moved by a week, and 7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Names added after the draft. All 21 states that published both counts added fewer names after the draft, new electors included, than they left off it, and 4 added fewer than 10 for every 100 left off..</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name left off at the draft and every deletion after it, as exact counts.</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lists of names left off the draft,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Maharashtra, Karnataka, Telangana, Delhi,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its phase 1 lists of names left off the draft,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ImpactMojo</dc:creator>
  <cp:lastModifiedBy>ImpactMojo</cp:lastModifiedBy>
  <cp:revision>1</cp:revision>
  <dcterms:created xsi:type="dcterms:W3CDTF">2026-10-30T09:08:34Z</dcterms:created>
  <dcterms:modified xsi:type="dcterms:W3CDTF">2026-10-30T09:08:34Z</dcterms:modified>
</cp:coreProperties>
</file>
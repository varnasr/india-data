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77.7</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2.38</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49.23</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53.53</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c:v>
                </c:pt>
                <c:pt idx="6">
                  <c:v>12.88</c:v>
                </c:pt>
                <c:pt idx="7">
                  <c:v>15.19</c:v>
                </c:pt>
                <c:pt idx="8">
                  <c:v>8.01</c:v>
                </c:pt>
                <c:pt idx="9">
                  <c:v>8.44</c:v>
                </c:pt>
                <c:pt idx="10">
                  <c:v>10.13</c:v>
                </c:pt>
                <c:pt idx="11">
                  <c:v>7.58</c:v>
                </c:pt>
                <c:pt idx="12">
                  <c:v>8.31</c:v>
                </c:pt>
                <c:pt idx="13">
                  <c:v>7.45</c:v>
                </c:pt>
                <c:pt idx="14">
                  <c:v>7.66</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13.24</c:v>
                </c:pt>
                <c:pt idx="6">
                  <c:v>11.77</c:v>
                </c:pt>
                <c:pt idx="7">
                  <c:v>11.55</c:v>
                </c:pt>
                <c:pt idx="8">
                  <c:v>11.16</c:v>
                </c:pt>
                <c:pt idx="9">
                  <c:v>10.76</c:v>
                </c:pt>
                <c:pt idx="10">
                  <c:v>7.57</c:v>
                </c:pt>
                <c:pt idx="11">
                  <c:v>6.33</c:v>
                </c:pt>
                <c:pt idx="12">
                  <c:v>6.05</c:v>
                </c:pt>
                <c:pt idx="13">
                  <c:v>5.97</c:v>
                </c:pt>
                <c:pt idx="14">
                  <c:v>5.74</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of the 32 entries are Supreme Court orders or its judgment. The site also lists 30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20 states with a final roll, the rolls grew back by at most 14.2%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12.1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656.8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32 times while the revision was under way, and dates moved 26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twelve Phase II states and union territories had their dates moved a week, and seven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A person who was not an elector of the constituency could object to a name on oath, a party agent could file ten forms a day after the draft, and Form 7 sets no limit on how many one person may file.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were called to hearings, and the Supreme Court had to order that a representative could file for them and that they get ten more days.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Few came back after the draft. In the states that published both counts, the names added after the draft, new electors included, were well short of the names removed at it, and in three of them fewer than 10 for every 100..</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Karnataka,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2026-10-03T09:51:06Z</dcterms:created>
  <dcterms:modified xsi:type="dcterms:W3CDTF">2026-10-03T09:51:06Z</dcterms:modified>
</cp:coreProperties>
</file>
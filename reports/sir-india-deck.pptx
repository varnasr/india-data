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100.7</c:v>
                </c:pt>
                <c:pt idx="5">
                  <c:v>100.4</c:v>
                </c:pt>
                <c:pt idx="6">
                  <c:v>99.7</c:v>
                </c:pt>
                <c:pt idx="7">
                  <c:v>99.5</c:v>
                </c:pt>
                <c:pt idx="8">
                  <c:v>98.9</c:v>
                </c:pt>
                <c:pt idx="9">
                  <c:v>96.5</c:v>
                </c:pt>
                <c:pt idx="10">
                  <c:v>95.5</c:v>
                </c:pt>
                <c:pt idx="11">
                  <c:v>95.4</c:v>
                </c:pt>
                <c:pt idx="12">
                  <c:v>95.4</c:v>
                </c:pt>
                <c:pt idx="13">
                  <c:v>95.2</c:v>
                </c:pt>
                <c:pt idx="14">
                  <c:v>95</c:v>
                </c:pt>
                <c:pt idx="15">
                  <c:v>91.6</c:v>
                </c:pt>
                <c:pt idx="16">
                  <c:v>90.2</c:v>
                </c:pt>
                <c:pt idx="17">
                  <c:v>88.9</c:v>
                </c:pt>
                <c:pt idx="18">
                  <c:v>85.6</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89.9</c:v>
                </c:pt>
                <c:pt idx="5">
                  <c:v>91.7</c:v>
                </c:pt>
                <c:pt idx="6">
                  <c:v>78.6</c:v>
                </c:pt>
                <c:pt idx="7">
                  <c:v>91.9</c:v>
                </c:pt>
                <c:pt idx="8">
                  <c:v>86.1</c:v>
                </c:pt>
                <c:pt idx="9">
                  <c:v>89.2</c:v>
                </c:pt>
                <c:pt idx="10">
                  <c:v>77.7</c:v>
                </c:pt>
                <c:pt idx="11">
                  <c:v>81.6</c:v>
                </c:pt>
                <c:pt idx="12">
                  <c:v>88.3</c:v>
                </c:pt>
                <c:pt idx="13">
                  <c:v>79.5</c:v>
                </c:pt>
                <c:pt idx="14">
                  <c:v>87.1</c:v>
                </c:pt>
                <c:pt idx="15">
                  <c:v>76.6</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111.2</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453.7</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50.4</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1.3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cat>
            <c:multiLvlStrRef>
              <c:f>Sheet1!$A$2:$A$32</c:f>
              <c:multiLvlStrCache>
                <c:ptCount val="31"/>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Chandigarh</c:v>
                  </c:pt>
                  <c:pt idx="18">
                    <c:v>Chhattisgarh</c:v>
                  </c:pt>
                  <c:pt idx="19">
                    <c:v>Gujarat</c:v>
                  </c:pt>
                  <c:pt idx="20">
                    <c:v>Tamil Nadu</c:v>
                  </c:pt>
                  <c:pt idx="21">
                    <c:v>Haryana</c:v>
                  </c:pt>
                  <c:pt idx="22">
                    <c:v>Jharkhand</c:v>
                  </c:pt>
                  <c:pt idx="23">
                    <c:v>Uttar Pradesh</c:v>
                  </c:pt>
                  <c:pt idx="24">
                    <c:v>Arunachal Pradesh</c:v>
                  </c:pt>
                  <c:pt idx="25">
                    <c:v>Karnataka</c:v>
                  </c:pt>
                  <c:pt idx="26">
                    <c:v>Andaman and Nicobar Islands</c:v>
                  </c:pt>
                  <c:pt idx="27">
                    <c:v>Maharashtra</c:v>
                  </c:pt>
                  <c:pt idx="28">
                    <c:v>Telangana</c:v>
                  </c:pt>
                  <c:pt idx="29">
                    <c:v>Dadra and Nagar Haveli and Daman and Diu</c:v>
                  </c:pt>
                  <c:pt idx="30">
                    <c:v>Delhi</c:v>
                  </c:pt>
                </c:lvl>
              </c:multiLvlStrCache>
            </c:multiLvlStrRef>
          </c:cat>
          <c:val>
            <c:numRef>
              <c:f>Sheet1!$B$2:$B$32</c:f>
              <c:numCache>
                <c:formatCode>General</c:formatCode>
                <c:ptCount val="31"/>
                <c:pt idx="0">
                  <c:v>2.47</c:v>
                </c:pt>
                <c:pt idx="1">
                  <c:v>5.28</c:v>
                </c:pt>
                <c:pt idx="2">
                  <c:v>6.03</c:v>
                </c:pt>
                <c:pt idx="3">
                  <c:v>7.45</c:v>
                </c:pt>
                <c:pt idx="4">
                  <c:v>7.58</c:v>
                </c:pt>
                <c:pt idx="5">
                  <c:v>7.6</c:v>
                </c:pt>
                <c:pt idx="6">
                  <c:v>7.66</c:v>
                </c:pt>
                <c:pt idx="7">
                  <c:v>7.68</c:v>
                </c:pt>
                <c:pt idx="8">
                  <c:v>8.01</c:v>
                </c:pt>
                <c:pt idx="9">
                  <c:v>8.31</c:v>
                </c:pt>
                <c:pt idx="10">
                  <c:v>8.44</c:v>
                </c:pt>
                <c:pt idx="11">
                  <c:v>8.65</c:v>
                </c:pt>
                <c:pt idx="12">
                  <c:v>9.63</c:v>
                </c:pt>
                <c:pt idx="13">
                  <c:v>10.13</c:v>
                </c:pt>
                <c:pt idx="14">
                  <c:v>10.39</c:v>
                </c:pt>
                <c:pt idx="15">
                  <c:v>10.78</c:v>
                </c:pt>
                <c:pt idx="16">
                  <c:v>11.62</c:v>
                </c:pt>
                <c:pt idx="17">
                  <c:v>12.81</c:v>
                </c:pt>
                <c:pt idx="18">
                  <c:v>12.88</c:v>
                </c:pt>
                <c:pt idx="19">
                  <c:v>14.5</c:v>
                </c:pt>
                <c:pt idx="20">
                  <c:v>15.19</c:v>
                </c:pt>
                <c:pt idx="21">
                  <c:v>16.39</c:v>
                </c:pt>
                <c:pt idx="22">
                  <c:v>16.48</c:v>
                </c:pt>
                <c:pt idx="23">
                  <c:v>18.7</c:v>
                </c:pt>
                <c:pt idx="24">
                  <c:v>19.09</c:v>
                </c:pt>
                <c:pt idx="25">
                  <c:v>19.48</c:v>
                </c:pt>
                <c:pt idx="26">
                  <c:v>20.62</c:v>
                </c:pt>
                <c:pt idx="27">
                  <c:v>21.14</c:v>
                </c:pt>
                <c:pt idx="28">
                  <c:v>21.71</c:v>
                </c:pt>
                <c:pt idx="29">
                  <c:v>29.65</c:v>
                </c:pt>
                <c:pt idx="30">
                  <c:v>32.78</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Sheet1!$B$2:$B$31</c:f>
              <c:numCache>
                <c:formatCode>General</c:formatCode>
                <c:ptCount val="30"/>
                <c:pt idx="0">
                  <c:v>49.34</c:v>
                </c:pt>
                <c:pt idx="1">
                  <c:v>46.13</c:v>
                </c:pt>
                <c:pt idx="2">
                  <c:v>33.91</c:v>
                </c:pt>
                <c:pt idx="3">
                  <c:v>41.37</c:v>
                </c:pt>
                <c:pt idx="4">
                  <c:v>45.17</c:v>
                </c:pt>
                <c:pt idx="5">
                  <c:v>34.04</c:v>
                </c:pt>
                <c:pt idx="6">
                  <c:v>41.52</c:v>
                </c:pt>
                <c:pt idx="7">
                  <c:v>28.72</c:v>
                </c:pt>
                <c:pt idx="8">
                  <c:v>28.02</c:v>
                </c:pt>
                <c:pt idx="9">
                  <c:v>26.98</c:v>
                </c:pt>
                <c:pt idx="10">
                  <c:v>27.67</c:v>
                </c:pt>
                <c:pt idx="11">
                  <c:v>27.1</c:v>
                </c:pt>
                <c:pt idx="12">
                  <c:v>23.48</c:v>
                </c:pt>
                <c:pt idx="13">
                  <c:v>24.51</c:v>
                </c:pt>
                <c:pt idx="14">
                  <c:v>20.94</c:v>
                </c:pt>
                <c:pt idx="15">
                  <c:v>22.64</c:v>
                </c:pt>
                <c:pt idx="16">
                  <c:v>17.51</c:v>
                </c:pt>
                <c:pt idx="17">
                  <c:v>25.56</c:v>
                </c:pt>
                <c:pt idx="18">
                  <c:v>19.8</c:v>
                </c:pt>
                <c:pt idx="19">
                  <c:v>16.82</c:v>
                </c:pt>
                <c:pt idx="20">
                  <c:v>16.01</c:v>
                </c:pt>
                <c:pt idx="21">
                  <c:v>15.02</c:v>
                </c:pt>
                <c:pt idx="22">
                  <c:v>20.1</c:v>
                </c:pt>
                <c:pt idx="23">
                  <c:v>15.19</c:v>
                </c:pt>
                <c:pt idx="24">
                  <c:v>12.57</c:v>
                </c:pt>
                <c:pt idx="25">
                  <c:v>18.35</c:v>
                </c:pt>
                <c:pt idx="26">
                  <c:v>14.36</c:v>
                </c:pt>
                <c:pt idx="27">
                  <c:v>15.09</c:v>
                </c:pt>
                <c:pt idx="28">
                  <c:v>5.34</c:v>
                </c:pt>
                <c:pt idx="29">
                  <c:v>5.94</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Sheet1!$C$2:$C$31</c:f>
              <c:numCache>
                <c:formatCode>General</c:formatCode>
                <c:ptCount val="30"/>
                <c:pt idx="0">
                  <c:v>17.63</c:v>
                </c:pt>
                <c:pt idx="1">
                  <c:v>49</c:v>
                </c:pt>
                <c:pt idx="2">
                  <c:v>49.68</c:v>
                </c:pt>
                <c:pt idx="3">
                  <c:v>50.78</c:v>
                </c:pt>
                <c:pt idx="4">
                  <c:v>51.11</c:v>
                </c:pt>
                <c:pt idx="5">
                  <c:v>55.28</c:v>
                </c:pt>
                <c:pt idx="6">
                  <c:v>56.1</c:v>
                </c:pt>
                <c:pt idx="7">
                  <c:v>64.93</c:v>
                </c:pt>
                <c:pt idx="8">
                  <c:v>66.17</c:v>
                </c:pt>
                <c:pt idx="9">
                  <c:v>67.37</c:v>
                </c:pt>
                <c:pt idx="10">
                  <c:v>68.24</c:v>
                </c:pt>
                <c:pt idx="11">
                  <c:v>68.24</c:v>
                </c:pt>
                <c:pt idx="12">
                  <c:v>69.97</c:v>
                </c:pt>
                <c:pt idx="13">
                  <c:v>70.32</c:v>
                </c:pt>
                <c:pt idx="14">
                  <c:v>70.83</c:v>
                </c:pt>
                <c:pt idx="15">
                  <c:v>71.31</c:v>
                </c:pt>
                <c:pt idx="16">
                  <c:v>72.43</c:v>
                </c:pt>
                <c:pt idx="17">
                  <c:v>72.44</c:v>
                </c:pt>
                <c:pt idx="18">
                  <c:v>73.72</c:v>
                </c:pt>
                <c:pt idx="19">
                  <c:v>74.67</c:v>
                </c:pt>
                <c:pt idx="20">
                  <c:v>75.16</c:v>
                </c:pt>
                <c:pt idx="21">
                  <c:v>77.55</c:v>
                </c:pt>
                <c:pt idx="22">
                  <c:v>77.94</c:v>
                </c:pt>
                <c:pt idx="23">
                  <c:v>78.24</c:v>
                </c:pt>
                <c:pt idx="24">
                  <c:v>78.3</c:v>
                </c:pt>
                <c:pt idx="25">
                  <c:v>78.45</c:v>
                </c:pt>
                <c:pt idx="26">
                  <c:v>81.09</c:v>
                </c:pt>
                <c:pt idx="27">
                  <c:v>81.99</c:v>
                </c:pt>
                <c:pt idx="28">
                  <c:v>90.74</c:v>
                </c:pt>
                <c:pt idx="29">
                  <c:v>91.09</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Sheet1!$D$2:$D$31</c:f>
              <c:numCache>
                <c:formatCode>General</c:formatCode>
                <c:ptCount val="30"/>
                <c:pt idx="0">
                  <c:v>33.03</c:v>
                </c:pt>
                <c:pt idx="1">
                  <c:v>4.87</c:v>
                </c:pt>
                <c:pt idx="2">
                  <c:v>16.42</c:v>
                </c:pt>
                <c:pt idx="3">
                  <c:v>7.86</c:v>
                </c:pt>
                <c:pt idx="4">
                  <c:v>3.71</c:v>
                </c:pt>
                <c:pt idx="5">
                  <c:v>10.69</c:v>
                </c:pt>
                <c:pt idx="6">
                  <c:v>2.38</c:v>
                </c:pt>
                <c:pt idx="7">
                  <c:v>6.35</c:v>
                </c:pt>
                <c:pt idx="8">
                  <c:v>5.81</c:v>
                </c:pt>
                <c:pt idx="9">
                  <c:v>5.65</c:v>
                </c:pt>
                <c:pt idx="10">
                  <c:v>4.09</c:v>
                </c:pt>
                <c:pt idx="11">
                  <c:v>4.66</c:v>
                </c:pt>
                <c:pt idx="12">
                  <c:v>6.55</c:v>
                </c:pt>
                <c:pt idx="13">
                  <c:v>5.17</c:v>
                </c:pt>
                <c:pt idx="14">
                  <c:v>8.23</c:v>
                </c:pt>
                <c:pt idx="15">
                  <c:v>6.05</c:v>
                </c:pt>
                <c:pt idx="16">
                  <c:v>10.05</c:v>
                </c:pt>
                <c:pt idx="17">
                  <c:v>2</c:v>
                </c:pt>
                <c:pt idx="18">
                  <c:v>6.48</c:v>
                </c:pt>
                <c:pt idx="19">
                  <c:v>8.52</c:v>
                </c:pt>
                <c:pt idx="20">
                  <c:v>8.82</c:v>
                </c:pt>
                <c:pt idx="21">
                  <c:v>7.43</c:v>
                </c:pt>
                <c:pt idx="22">
                  <c:v>1.96</c:v>
                </c:pt>
                <c:pt idx="23">
                  <c:v>6.58</c:v>
                </c:pt>
                <c:pt idx="24">
                  <c:v>9.13</c:v>
                </c:pt>
                <c:pt idx="25">
                  <c:v>3.21</c:v>
                </c:pt>
                <c:pt idx="26">
                  <c:v>4.56</c:v>
                </c:pt>
                <c:pt idx="27">
                  <c:v>2.92</c:v>
                </c:pt>
                <c:pt idx="28">
                  <c:v>3.92</c:v>
                </c:pt>
                <c:pt idx="29">
                  <c:v>2.98</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Sheet1!$B$2:$B$12</c:f>
              <c:numCache>
                <c:formatCode>General</c:formatCode>
                <c:ptCount val="11"/>
                <c:pt idx="0">
                  <c:v>46.85</c:v>
                </c:pt>
                <c:pt idx="1">
                  <c:v>48.93</c:v>
                </c:pt>
                <c:pt idx="2">
                  <c:v>50.22</c:v>
                </c:pt>
                <c:pt idx="3">
                  <c:v>51.02</c:v>
                </c:pt>
                <c:pt idx="4">
                  <c:v>48.82</c:v>
                </c:pt>
                <c:pt idx="5">
                  <c:v>51.67</c:v>
                </c:pt>
                <c:pt idx="6">
                  <c:v>49.23</c:v>
                </c:pt>
                <c:pt idx="7">
                  <c:v>48.8</c:v>
                </c:pt>
                <c:pt idx="8">
                  <c:v>46.76</c:v>
                </c:pt>
                <c:pt idx="9">
                  <c:v>49.44</c:v>
                </c:pt>
                <c:pt idx="10">
                  <c:v>47.86</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Sheet1!$C$2:$C$12</c:f>
              <c:numCache>
                <c:formatCode>General</c:formatCode>
                <c:ptCount val="11"/>
                <c:pt idx="0">
                  <c:v>42.77</c:v>
                </c:pt>
                <c:pt idx="1">
                  <c:v>48.34</c:v>
                </c:pt>
                <c:pt idx="2">
                  <c:v>49.69</c:v>
                </c:pt>
                <c:pt idx="3">
                  <c:v>51.34</c:v>
                </c:pt>
                <c:pt idx="4">
                  <c:v>51.42</c:v>
                </c:pt>
                <c:pt idx="5">
                  <c:v>55.32</c:v>
                </c:pt>
                <c:pt idx="6">
                  <c:v>53.53</c:v>
                </c:pt>
                <c:pt idx="7">
                  <c:v>55.32</c:v>
                </c:pt>
                <c:pt idx="8">
                  <c:v>53.63</c:v>
                </c:pt>
                <c:pt idx="9">
                  <c:v>56.96</c:v>
                </c:pt>
                <c:pt idx="10">
                  <c:v>55.49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Sheet1!$A$2:$A$22</c:f>
              <c:multiLvlStrCache>
                <c:ptCount val="21"/>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Manipur</c:v>
                  </c:pt>
                  <c:pt idx="14">
                    <c:v>Bihar</c:v>
                  </c:pt>
                  <c:pt idx="15">
                    <c:v>Madhya Pradesh</c:v>
                  </c:pt>
                  <c:pt idx="16">
                    <c:v>Rajasthan</c:v>
                  </c:pt>
                  <c:pt idx="17">
                    <c:v>Odisha</c:v>
                  </c:pt>
                  <c:pt idx="18">
                    <c:v>Mizoram</c:v>
                  </c:pt>
                  <c:pt idx="19">
                    <c:v>Kerala</c:v>
                  </c:pt>
                  <c:pt idx="20">
                    <c:v>Lakshadweep</c:v>
                  </c:pt>
                </c:lvl>
              </c:multiLvlStrCache>
            </c:multiLvlStrRef>
          </c:cat>
          <c:val>
            <c:numRef>
              <c:f>Sheet1!$B$2:$B$22</c:f>
              <c:numCache>
                <c:formatCode>General</c:formatCode>
                <c:ptCount val="21"/>
                <c:pt idx="0">
                  <c:v>29.65</c:v>
                </c:pt>
                <c:pt idx="1">
                  <c:v>19.09</c:v>
                </c:pt>
                <c:pt idx="2">
                  <c:v>20.62</c:v>
                </c:pt>
                <c:pt idx="3">
                  <c:v>7.6</c:v>
                </c:pt>
                <c:pt idx="4">
                  <c:v>14.5</c:v>
                </c:pt>
                <c:pt idx="5">
                  <c:v>18.7</c:v>
                </c:pt>
                <c:pt idx="6">
                  <c:v>12.88</c:v>
                </c:pt>
                <c:pt idx="7">
                  <c:v>15.19</c:v>
                </c:pt>
                <c:pt idx="8">
                  <c:v>8.01</c:v>
                </c:pt>
                <c:pt idx="9">
                  <c:v>12.81</c:v>
                </c:pt>
                <c:pt idx="10">
                  <c:v>8.44</c:v>
                </c:pt>
                <c:pt idx="11">
                  <c:v>10.39</c:v>
                </c:pt>
                <c:pt idx="12">
                  <c:v>10.13</c:v>
                </c:pt>
                <c:pt idx="13">
                  <c:v>7.58</c:v>
                </c:pt>
                <c:pt idx="14">
                  <c:v>8.31</c:v>
                </c:pt>
                <c:pt idx="15">
                  <c:v>7.45</c:v>
                </c:pt>
                <c:pt idx="16">
                  <c:v>7.66</c:v>
                </c:pt>
                <c:pt idx="17">
                  <c:v>6.03</c:v>
                </c:pt>
                <c:pt idx="18">
                  <c:v>5.28</c:v>
                </c:pt>
                <c:pt idx="19">
                  <c:v>8.65</c:v>
                </c:pt>
                <c:pt idx="20">
                  <c:v>2.47</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Sheet1!$A$2:$A$22</c:f>
              <c:multiLvlStrCache>
                <c:ptCount val="21"/>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Manipur</c:v>
                  </c:pt>
                  <c:pt idx="14">
                    <c:v>Bihar</c:v>
                  </c:pt>
                  <c:pt idx="15">
                    <c:v>Madhya Pradesh</c:v>
                  </c:pt>
                  <c:pt idx="16">
                    <c:v>Rajasthan</c:v>
                  </c:pt>
                  <c:pt idx="17">
                    <c:v>Odisha</c:v>
                  </c:pt>
                  <c:pt idx="18">
                    <c:v>Mizoram</c:v>
                  </c:pt>
                  <c:pt idx="19">
                    <c:v>Kerala</c:v>
                  </c:pt>
                  <c:pt idx="20">
                    <c:v>Lakshadweep</c:v>
                  </c:pt>
                </c:lvl>
              </c:multiLvlStrCache>
            </c:multiLvlStrRef>
          </c:cat>
          <c:val>
            <c:numRef>
              <c:f>Sheet1!$C$2:$C$22</c:f>
              <c:numCache>
                <c:formatCode>General</c:formatCode>
                <c:ptCount val="21"/>
                <c:pt idx="0">
                  <c:v>30.89</c:v>
                </c:pt>
                <c:pt idx="1">
                  <c:v>21.57</c:v>
                </c:pt>
                <c:pt idx="2">
                  <c:v>16.87</c:v>
                </c:pt>
                <c:pt idx="3">
                  <c:v>15.9</c:v>
                </c:pt>
                <c:pt idx="4">
                  <c:v>13.4</c:v>
                </c:pt>
                <c:pt idx="5">
                  <c:v>13.24</c:v>
                </c:pt>
                <c:pt idx="6">
                  <c:v>11.77</c:v>
                </c:pt>
                <c:pt idx="7">
                  <c:v>11.55</c:v>
                </c:pt>
                <c:pt idx="8">
                  <c:v>11.16</c:v>
                </c:pt>
                <c:pt idx="9">
                  <c:v>10.89</c:v>
                </c:pt>
                <c:pt idx="10">
                  <c:v>10.76</c:v>
                </c:pt>
                <c:pt idx="11">
                  <c:v>10.07</c:v>
                </c:pt>
                <c:pt idx="12">
                  <c:v>7.57</c:v>
                </c:pt>
                <c:pt idx="13">
                  <c:v>6.33</c:v>
                </c:pt>
                <c:pt idx="14">
                  <c:v>6.05</c:v>
                </c:pt>
                <c:pt idx="15">
                  <c:v>5.97</c:v>
                </c:pt>
                <c:pt idx="16">
                  <c:v>5.74</c:v>
                </c:pt>
                <c:pt idx="17">
                  <c:v>5.29</c:v>
                </c:pt>
                <c:pt idx="18">
                  <c:v>4.48</c:v>
                </c:pt>
                <c:pt idx="19">
                  <c:v>3.22</c:v>
                </c:pt>
                <c:pt idx="20">
                  <c:v>0.36</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and the final roll the one published after claims and objections are decided. Per 100 electors is the number removed for every 100 people on the roll before the revision. 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Punjab, Meghalaya, Nagaland. Removals after the draft carry no reason in any state except Bihar. Rank correlation between the removal rate at the draft and the share made up: -0.15,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of the 33 entries are Supreme Court orders or its judgment. The site also lists 35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20.9%</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20.9% were entered as dead. The rest were marked as moved, absent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gave very different results.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7 of the 11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21 states with a final roll, the rolls grew back by at most 14.1%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They cannot show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publishes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9.57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2.80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1.4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2878B3"/>
          </a:solidFill>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12.8</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7.5</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8.7</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fewest were in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and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in the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that receive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removed 65.6 lakh,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removed 656.8 lakh,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removed 616.7 lakh, 17.0 per 100 electors. Dead 18.1%, shifted, absent or other 73.7%.</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for the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West Bengal (41.5%),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47,56,722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33,84,568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7 of the 11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largest gap is in Bihar, 7.6 points, followed by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7 states and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(0.51),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16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-0.26) and sex ratio (-0.36, -0.46).</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0.09 across all states, -0.27 in phase 2, 0.46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14.0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14.1% of the names left off the drafts in 21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1.07 crore larger than the drafts, against 7.57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while their cases are decided. Leaving those out, the rise is 22.0%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10.2 per 100 electors at the final roll, from 11.9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21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removed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and Tamil Nadu 211 of 234, on the names removed.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removals were enough to decide a seat. In Bihar, the one state whose lists show who was removed,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removed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removals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removals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removals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33 times while the revision was under way, and dates moved 29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the application to be added to the roll,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twelve Phase II states and union territories had their dates moved by a week, and seven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Form 7 is the form for objecting to a name on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where something in their link to the old roll did not match, were called to hearings.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Few came back after the draft. In the states that published both counts, the names added after the draft, new electors included, fell well short of the names removed at it.</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Karnataka, Andhra Pradesh, Uttarakhand, Meghalaya, Arunachal Pradesh, Manipur, Nagaland, Mizoram and Sikkim,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PinPoint Ventures</dc:creator>
  <cp:lastModifiedBy>PinPoint Ventures</cp:lastModifiedBy>
  <cp:revision>1</cp:revision>
  <dcterms:created xsi:type="dcterms:W3CDTF">2026-10-07T04:43:29Z</dcterms:created>
  <dcterms:modified xsi:type="dcterms:W3CDTF">2026-10-07T04:43:29Z</dcterms:modified>
</cp:coreProperties>
</file>
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with the list-level findings for Bihar and Hyderabad Old City</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Bihar, from the lists   10–10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Old City, from the lists   11–11</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After the draft, 27.6 lakh more names were removed in 17 states, with no reason given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the state figures show, and what they cannot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are outside every figure by reason, because no state has said why. Twelve phase 3 final rolls are still to come. The Election Commission has published no state table of its own.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BIHAR, FROM THE LISTS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more names were removed than the 2025 winning margin in 174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one state where the deletion lists could be counted name by name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both phases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174 of 243</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margin</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55.5%</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the removed are women</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20 seats</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names marked absent alone exceed the margin</a:t>
            </a:r>
            <a:endParaRPr lang="en-US" sz="1200" dirty="0"/>
          </a:p>
        </p:txBody>
      </p:sp>
      <p:sp>
        <p:nvSpPr>
          <p:cNvPr id="59" name="Text 57"/>
          <p:cNvSpPr txBox="1"/>
          <p:nvPr/>
        </p:nvSpPr>
        <p:spPr>
          <a:xfrm>
            <a:off x="548640" y="3840480"/>
            <a:ext cx="11094415" cy="23774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Phase 1 reasons: shifted 40.5%, dead 34.0%, absent 14.8%, already enrolled 10.7%.</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5,64,439 of the 7,20,543 more women than men removed in phase 1 were entered as shifted; 72.6% of those marked shifted aged 18 to 29 are women.</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NDA seats lost 9.58 names per 100 electors against 8.79 in INDIA seats, by the 2020 winner.</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full Bihar report and deck, with a chapter for each district, are published separately.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HYDERABAD OLD CITY, FROM THE LISTS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40% of electors in five Old City seats were struck off, more than the 2023 margin in all 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Charminar, Yakutpura, Malakpet, Chandrayangutta and Bahadurpura; the lists hold every elector, so each group has a true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6,62,063</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struck off</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40.0%</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the pre-revision rolls</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3,69,972</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but summoned to a hearing</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74%</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electors aged 80 and over struck off</a:t>
            </a:r>
            <a:endParaRPr lang="en-US" sz="1200" dirty="0"/>
          </a:p>
        </p:txBody>
      </p:sp>
      <p:sp>
        <p:nvSpPr>
          <p:cNvPr id="59" name="Text 57"/>
          <p:cNvSpPr txBox="1"/>
          <p:nvPr/>
        </p:nvSpPr>
        <p:spPr>
          <a:xfrm>
            <a:off x="548640" y="3840480"/>
            <a:ext cx="11094415" cy="23774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entered: permanently shifted 64.2%, untraceable or absent 20.8%, dead 8.7%, already enrolled 6.0%.</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Struck off more names than every valid vote cast in 2023 in Yakutpura and Malakpet.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Electors with no link to the 2002 roll were struck off at 51.6%, against 25.3% for those with one.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full Hyderabad report and deck are published separately.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so that restorations can be set against removals.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and Hyderabad findings are counted from the lists; their methods are in their own reports. No name, EPIC number or address is published.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the Bihar and Hyderabad dashboards, and the three full reports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2026-09-30T08:59:29Z</dcterms:created>
  <dcterms:modified xsi:type="dcterms:W3CDTF">2026-09-30T08:59:29Z</dcterms:modified>
</cp:coreProperties>
</file>
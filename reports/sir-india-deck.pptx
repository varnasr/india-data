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95.4</c:v>
                </c:pt>
                <c:pt idx="13">
                  <c:v>95.2</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81.6</c:v>
                </c:pt>
                <c:pt idx="12">
                  <c:v>88.3</c:v>
                </c:pt>
                <c:pt idx="13">
                  <c:v>79.5</c:v>
                </c:pt>
                <c:pt idx="14">
                  <c:v>87.1</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452.6</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50.3</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2.5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12.81</c:v>
                </c:pt>
                <c:pt idx="18">
                  <c:v>12.88</c:v>
                </c:pt>
                <c:pt idx="19">
                  <c:v>14.5</c:v>
                </c:pt>
                <c:pt idx="20">
                  <c:v>15.19</c:v>
                </c:pt>
                <c:pt idx="21">
                  <c:v>16.42</c:v>
                </c:pt>
                <c:pt idx="22">
                  <c:v>16.48</c:v>
                </c:pt>
                <c:pt idx="23">
                  <c:v>18.7</c:v>
                </c:pt>
                <c:pt idx="24">
                  <c:v>19.09</c:v>
                </c:pt>
                <c:pt idx="25">
                  <c:v>19.48</c:v>
                </c:pt>
                <c:pt idx="26">
                  <c:v>20.62</c:v>
                </c:pt>
                <c:pt idx="27">
                  <c:v>21.14</c:v>
                </c:pt>
                <c:pt idx="28">
                  <c:v>21.71</c:v>
                </c:pt>
                <c:pt idx="29">
                  <c:v>29.65</c:v>
                </c:pt>
                <c:pt idx="30">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49.34</c:v>
                </c:pt>
                <c:pt idx="1">
                  <c:v>46.13</c:v>
                </c:pt>
                <c:pt idx="2">
                  <c:v>33.91</c:v>
                </c:pt>
                <c:pt idx="3">
                  <c:v>41.37</c:v>
                </c:pt>
                <c:pt idx="4">
                  <c:v>45.17</c:v>
                </c:pt>
                <c:pt idx="5">
                  <c:v>34.04</c:v>
                </c:pt>
                <c:pt idx="6">
                  <c:v>41.52</c:v>
                </c:pt>
                <c:pt idx="7">
                  <c:v>28.72</c:v>
                </c:pt>
                <c:pt idx="8">
                  <c:v>28.02</c:v>
                </c:pt>
                <c:pt idx="9">
                  <c:v>26.98</c:v>
                </c:pt>
                <c:pt idx="10">
                  <c:v>27.67</c:v>
                </c:pt>
                <c:pt idx="11">
                  <c:v>27.1</c:v>
                </c:pt>
                <c:pt idx="12">
                  <c:v>23.48</c:v>
                </c:pt>
                <c:pt idx="13">
                  <c:v>24.51</c:v>
                </c:pt>
                <c:pt idx="14">
                  <c:v>20.94</c:v>
                </c:pt>
                <c:pt idx="15">
                  <c:v>22.64</c:v>
                </c:pt>
                <c:pt idx="16">
                  <c:v>17.98</c:v>
                </c:pt>
                <c:pt idx="17">
                  <c:v>25.56</c:v>
                </c:pt>
                <c:pt idx="18">
                  <c:v>19.79</c:v>
                </c:pt>
                <c:pt idx="19">
                  <c:v>16.82</c:v>
                </c:pt>
                <c:pt idx="20">
                  <c:v>16.01</c:v>
                </c:pt>
                <c:pt idx="21">
                  <c:v>15.02</c:v>
                </c:pt>
                <c:pt idx="22">
                  <c:v>20.1</c:v>
                </c:pt>
                <c:pt idx="23">
                  <c:v>15.19</c:v>
                </c:pt>
                <c:pt idx="24">
                  <c:v>12.57</c:v>
                </c:pt>
                <c:pt idx="25">
                  <c:v>18.35</c:v>
                </c:pt>
                <c:pt idx="26">
                  <c:v>14.36</c:v>
                </c:pt>
                <c:pt idx="27">
                  <c:v>15.09</c:v>
                </c:pt>
                <c:pt idx="28">
                  <c:v>5.34</c:v>
                </c:pt>
                <c:pt idx="29">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c:v>
                </c:pt>
                <c:pt idx="1">
                  <c:v>49</c:v>
                </c:pt>
                <c:pt idx="2">
                  <c:v>49.68</c:v>
                </c:pt>
                <c:pt idx="3">
                  <c:v>50.78</c:v>
                </c:pt>
                <c:pt idx="4">
                  <c:v>51.11</c:v>
                </c:pt>
                <c:pt idx="5">
                  <c:v>55.28</c:v>
                </c:pt>
                <c:pt idx="6">
                  <c:v>56.1</c:v>
                </c:pt>
                <c:pt idx="7">
                  <c:v>64.93</c:v>
                </c:pt>
                <c:pt idx="8">
                  <c:v>66.17</c:v>
                </c:pt>
                <c:pt idx="9">
                  <c:v>67.37</c:v>
                </c:pt>
                <c:pt idx="10">
                  <c:v>68.24</c:v>
                </c:pt>
                <c:pt idx="11">
                  <c:v>68.24</c:v>
                </c:pt>
                <c:pt idx="12">
                  <c:v>69.97</c:v>
                </c:pt>
                <c:pt idx="13">
                  <c:v>70.32</c:v>
                </c:pt>
                <c:pt idx="14">
                  <c:v>70.83</c:v>
                </c:pt>
                <c:pt idx="15">
                  <c:v>71.33</c:v>
                </c:pt>
                <c:pt idx="16">
                  <c:v>71.69</c:v>
                </c:pt>
                <c:pt idx="17">
                  <c:v>72.44</c:v>
                </c:pt>
                <c:pt idx="18">
                  <c:v>73.72</c:v>
                </c:pt>
                <c:pt idx="19">
                  <c:v>74.67</c:v>
                </c:pt>
                <c:pt idx="20">
                  <c:v>75.16</c:v>
                </c:pt>
                <c:pt idx="21">
                  <c:v>77.55</c:v>
                </c:pt>
                <c:pt idx="22">
                  <c:v>77.94</c:v>
                </c:pt>
                <c:pt idx="23">
                  <c:v>78.24</c:v>
                </c:pt>
                <c:pt idx="24">
                  <c:v>78.3</c:v>
                </c:pt>
                <c:pt idx="25">
                  <c:v>78.45</c:v>
                </c:pt>
                <c:pt idx="26">
                  <c:v>81.09</c:v>
                </c:pt>
                <c:pt idx="27">
                  <c:v>81.99</c:v>
                </c:pt>
                <c:pt idx="28">
                  <c:v>90.74</c:v>
                </c:pt>
                <c:pt idx="29">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c:v>
                </c:pt>
                <c:pt idx="1">
                  <c:v>4.87</c:v>
                </c:pt>
                <c:pt idx="2">
                  <c:v>16.42</c:v>
                </c:pt>
                <c:pt idx="3">
                  <c:v>7.86</c:v>
                </c:pt>
                <c:pt idx="4">
                  <c:v>3.71</c:v>
                </c:pt>
                <c:pt idx="5">
                  <c:v>10.69</c:v>
                </c:pt>
                <c:pt idx="6">
                  <c:v>2.38</c:v>
                </c:pt>
                <c:pt idx="7">
                  <c:v>6.35</c:v>
                </c:pt>
                <c:pt idx="8">
                  <c:v>5.81</c:v>
                </c:pt>
                <c:pt idx="9">
                  <c:v>5.65</c:v>
                </c:pt>
                <c:pt idx="10">
                  <c:v>4.09</c:v>
                </c:pt>
                <c:pt idx="11">
                  <c:v>4.66</c:v>
                </c:pt>
                <c:pt idx="12">
                  <c:v>6.55</c:v>
                </c:pt>
                <c:pt idx="13">
                  <c:v>5.17</c:v>
                </c:pt>
                <c:pt idx="14">
                  <c:v>8.23</c:v>
                </c:pt>
                <c:pt idx="15">
                  <c:v>6.03</c:v>
                </c:pt>
                <c:pt idx="16">
                  <c:v>10.32</c:v>
                </c:pt>
                <c:pt idx="17">
                  <c:v>2</c:v>
                </c:pt>
                <c:pt idx="18">
                  <c:v>6.48</c:v>
                </c:pt>
                <c:pt idx="19">
                  <c:v>8.52</c:v>
                </c:pt>
                <c:pt idx="20">
                  <c:v>8.82</c:v>
                </c:pt>
                <c:pt idx="21">
                  <c:v>7.43</c:v>
                </c:pt>
                <c:pt idx="22">
                  <c:v>1.96</c:v>
                </c:pt>
                <c:pt idx="23">
                  <c:v>6.58</c:v>
                </c:pt>
                <c:pt idx="24">
                  <c:v>9.13</c:v>
                </c:pt>
                <c:pt idx="25">
                  <c:v>3.21</c:v>
                </c:pt>
                <c:pt idx="26">
                  <c:v>4.56</c:v>
                </c:pt>
                <c:pt idx="27">
                  <c:v>2.92</c:v>
                </c:pt>
                <c:pt idx="28">
                  <c:v>3.92</c:v>
                </c:pt>
                <c:pt idx="29">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48.59</c:v>
                </c:pt>
                <c:pt idx="8">
                  <c:v>46.76</c:v>
                </c:pt>
                <c:pt idx="9">
                  <c:v>49.44</c:v>
                </c:pt>
                <c:pt idx="10">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55.33</c:v>
                </c:pt>
                <c:pt idx="8">
                  <c:v>53.63</c:v>
                </c:pt>
                <c:pt idx="9">
                  <c:v>56.96</c:v>
                </c:pt>
                <c:pt idx="10">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29.65</c:v>
                </c:pt>
                <c:pt idx="1">
                  <c:v>19.09</c:v>
                </c:pt>
                <c:pt idx="2">
                  <c:v>20.62</c:v>
                </c:pt>
                <c:pt idx="3">
                  <c:v>7.6</c:v>
                </c:pt>
                <c:pt idx="4">
                  <c:v>14.5</c:v>
                </c:pt>
                <c:pt idx="5">
                  <c:v>18.7</c:v>
                </c:pt>
                <c:pt idx="6">
                  <c:v>12.88</c:v>
                </c:pt>
                <c:pt idx="7">
                  <c:v>15.19</c:v>
                </c:pt>
                <c:pt idx="8">
                  <c:v>8.01</c:v>
                </c:pt>
                <c:pt idx="9">
                  <c:v>12.81</c:v>
                </c:pt>
                <c:pt idx="10">
                  <c:v>8.44</c:v>
                </c:pt>
                <c:pt idx="11">
                  <c:v>10.39</c:v>
                </c:pt>
                <c:pt idx="12">
                  <c:v>10.13</c:v>
                </c:pt>
                <c:pt idx="13">
                  <c:v>7.58</c:v>
                </c:pt>
                <c:pt idx="14">
                  <c:v>8.31</c:v>
                </c:pt>
                <c:pt idx="15">
                  <c:v>7.45</c:v>
                </c:pt>
                <c:pt idx="16">
                  <c:v>7.66</c:v>
                </c:pt>
                <c:pt idx="17">
                  <c:v>6.03</c:v>
                </c:pt>
                <c:pt idx="18">
                  <c:v>5.28</c:v>
                </c:pt>
                <c:pt idx="19">
                  <c:v>8.65</c:v>
                </c:pt>
                <c:pt idx="20">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30.89</c:v>
                </c:pt>
                <c:pt idx="1">
                  <c:v>21.57</c:v>
                </c:pt>
                <c:pt idx="2">
                  <c:v>16.87</c:v>
                </c:pt>
                <c:pt idx="3">
                  <c:v>15.9</c:v>
                </c:pt>
                <c:pt idx="4">
                  <c:v>13.4</c:v>
                </c:pt>
                <c:pt idx="5">
                  <c:v>13.24</c:v>
                </c:pt>
                <c:pt idx="6">
                  <c:v>11.77</c:v>
                </c:pt>
                <c:pt idx="7">
                  <c:v>11.55</c:v>
                </c:pt>
                <c:pt idx="8">
                  <c:v>11.16</c:v>
                </c:pt>
                <c:pt idx="9">
                  <c:v>10.89</c:v>
                </c:pt>
                <c:pt idx="10">
                  <c:v>10.76</c:v>
                </c:pt>
                <c:pt idx="11">
                  <c:v>10.07</c:v>
                </c:pt>
                <c:pt idx="12">
                  <c:v>7.57</c:v>
                </c:pt>
                <c:pt idx="13">
                  <c:v>6.33</c:v>
                </c:pt>
                <c:pt idx="14">
                  <c:v>6.05</c:v>
                </c:pt>
                <c:pt idx="15">
                  <c:v>5.97</c:v>
                </c:pt>
                <c:pt idx="16">
                  <c:v>5.74</c:v>
                </c:pt>
                <c:pt idx="17">
                  <c:v>5.29</c:v>
                </c:pt>
                <c:pt idx="18">
                  <c:v>4.48</c:v>
                </c:pt>
                <c:pt idx="19">
                  <c:v>3.22</c:v>
                </c:pt>
                <c:pt idx="20">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35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9.55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2.6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616.6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2026-10-06T18:48:50Z</dcterms:created>
  <dcterms:modified xsi:type="dcterms:W3CDTF">2026-10-06T18:48:50Z</dcterms:modified>
</cp:coreProperties>
</file>
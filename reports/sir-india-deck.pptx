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16–17</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with in-migration across all states (0.53), but only because of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All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Phase 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Share enrolled twice, larger states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Living here, born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Income per head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Urban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Muslim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SC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Born here, living elsewhere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Women's literacy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Sex ratio</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ST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urban share, migration and the Muslim share rise together, because the large destination states are revised alongside the North-East. 15 states cannot separate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0.12 across all states, -0.34 in phase 2.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2026-09-30T15:21:35Z</dcterms:created>
  <dcterms:modified xsi:type="dcterms:W3CDTF">2026-09-30T15:21:35Z</dcterms:modified>
</cp:coreProperties>
</file>
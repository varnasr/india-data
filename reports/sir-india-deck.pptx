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87.1</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453.7</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2.4718</c:v>
                </c:pt>
                <c:pt idx="1">
                  <c:v>5.2752</c:v>
                </c:pt>
                <c:pt idx="2">
                  <c:v>6.0257</c:v>
                </c:pt>
                <c:pt idx="3">
                  <c:v>7.4455</c:v>
                </c:pt>
                <c:pt idx="4">
                  <c:v>7.581</c:v>
                </c:pt>
                <c:pt idx="5">
                  <c:v>7.5954</c:v>
                </c:pt>
                <c:pt idx="6">
                  <c:v>7.6568</c:v>
                </c:pt>
                <c:pt idx="7">
                  <c:v>7.6778</c:v>
                </c:pt>
                <c:pt idx="8">
                  <c:v>8.009</c:v>
                </c:pt>
                <c:pt idx="9">
                  <c:v>8.3138</c:v>
                </c:pt>
                <c:pt idx="10">
                  <c:v>8.4421</c:v>
                </c:pt>
                <c:pt idx="11">
                  <c:v>8.6479</c:v>
                </c:pt>
                <c:pt idx="12">
                  <c:v>9.6297</c:v>
                </c:pt>
                <c:pt idx="13">
                  <c:v>10.1282</c:v>
                </c:pt>
                <c:pt idx="14">
                  <c:v>10.3882</c:v>
                </c:pt>
                <c:pt idx="15">
                  <c:v>10.7849</c:v>
                </c:pt>
                <c:pt idx="16">
                  <c:v>11.6233</c:v>
                </c:pt>
                <c:pt idx="17">
                  <c:v>12.8082</c:v>
                </c:pt>
                <c:pt idx="18">
                  <c:v>12.8814</c:v>
                </c:pt>
                <c:pt idx="19">
                  <c:v>14.502</c:v>
                </c:pt>
                <c:pt idx="20">
                  <c:v>15.1882</c:v>
                </c:pt>
                <c:pt idx="21">
                  <c:v>16.3855</c:v>
                </c:pt>
                <c:pt idx="22">
                  <c:v>16.4832</c:v>
                </c:pt>
                <c:pt idx="23">
                  <c:v>18.6972</c:v>
                </c:pt>
                <c:pt idx="24">
                  <c:v>19.0939</c:v>
                </c:pt>
                <c:pt idx="25">
                  <c:v>19.4766</c:v>
                </c:pt>
                <c:pt idx="26">
                  <c:v>20.6228</c:v>
                </c:pt>
                <c:pt idx="27">
                  <c:v>21.1422</c:v>
                </c:pt>
                <c:pt idx="28">
                  <c:v>21.6967</c:v>
                </c:pt>
                <c:pt idx="29">
                  <c:v>29.6456</c:v>
                </c:pt>
                <c:pt idx="30">
                  <c:v>32.7817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49.3352</c:v>
                </c:pt>
                <c:pt idx="1">
                  <c:v>46.13</c:v>
                </c:pt>
                <c:pt idx="2">
                  <c:v>33.9051</c:v>
                </c:pt>
                <c:pt idx="3">
                  <c:v>41.3675</c:v>
                </c:pt>
                <c:pt idx="4">
                  <c:v>45.1713</c:v>
                </c:pt>
                <c:pt idx="5">
                  <c:v>34.0353</c:v>
                </c:pt>
                <c:pt idx="6">
                  <c:v>41.5203</c:v>
                </c:pt>
                <c:pt idx="7">
                  <c:v>28.7172</c:v>
                </c:pt>
                <c:pt idx="8">
                  <c:v>28.0201</c:v>
                </c:pt>
                <c:pt idx="9">
                  <c:v>26.9828</c:v>
                </c:pt>
                <c:pt idx="10">
                  <c:v>27.6722</c:v>
                </c:pt>
                <c:pt idx="11">
                  <c:v>27.0991</c:v>
                </c:pt>
                <c:pt idx="12">
                  <c:v>23.4836</c:v>
                </c:pt>
                <c:pt idx="13">
                  <c:v>24.511</c:v>
                </c:pt>
                <c:pt idx="14">
                  <c:v>20.938</c:v>
                </c:pt>
                <c:pt idx="15">
                  <c:v>22.6382</c:v>
                </c:pt>
                <c:pt idx="16">
                  <c:v>17.5127</c:v>
                </c:pt>
                <c:pt idx="17">
                  <c:v>25.5633</c:v>
                </c:pt>
                <c:pt idx="18">
                  <c:v>19.7978</c:v>
                </c:pt>
                <c:pt idx="19">
                  <c:v>16.8172</c:v>
                </c:pt>
                <c:pt idx="20">
                  <c:v>16.0137</c:v>
                </c:pt>
                <c:pt idx="21">
                  <c:v>15.0153</c:v>
                </c:pt>
                <c:pt idx="22">
                  <c:v>20.1011</c:v>
                </c:pt>
                <c:pt idx="23">
                  <c:v>15.1891</c:v>
                </c:pt>
                <c:pt idx="24">
                  <c:v>12.5657</c:v>
                </c:pt>
                <c:pt idx="25">
                  <c:v>18.3478</c:v>
                </c:pt>
                <c:pt idx="26">
                  <c:v>14.3578</c:v>
                </c:pt>
                <c:pt idx="27">
                  <c:v>15.091</c:v>
                </c:pt>
                <c:pt idx="28">
                  <c:v>5.3443</c:v>
                </c:pt>
                <c:pt idx="29">
                  <c:v>5.9371</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17.6347</c:v>
                </c:pt>
                <c:pt idx="1">
                  <c:v>49.0003</c:v>
                </c:pt>
                <c:pt idx="2">
                  <c:v>49.677</c:v>
                </c:pt>
                <c:pt idx="3">
                  <c:v>50.776</c:v>
                </c:pt>
                <c:pt idx="4">
                  <c:v>51.1142</c:v>
                </c:pt>
                <c:pt idx="5">
                  <c:v>55.2773</c:v>
                </c:pt>
                <c:pt idx="6">
                  <c:v>56.1033</c:v>
                </c:pt>
                <c:pt idx="7">
                  <c:v>64.9336</c:v>
                </c:pt>
                <c:pt idx="8">
                  <c:v>66.1696</c:v>
                </c:pt>
                <c:pt idx="9">
                  <c:v>67.3693</c:v>
                </c:pt>
                <c:pt idx="10">
                  <c:v>68.2378</c:v>
                </c:pt>
                <c:pt idx="11">
                  <c:v>68.2411</c:v>
                </c:pt>
                <c:pt idx="12">
                  <c:v>69.9696</c:v>
                </c:pt>
                <c:pt idx="13">
                  <c:v>70.3153</c:v>
                </c:pt>
                <c:pt idx="14">
                  <c:v>70.8303</c:v>
                </c:pt>
                <c:pt idx="15">
                  <c:v>71.3074</c:v>
                </c:pt>
                <c:pt idx="16">
                  <c:v>72.4323</c:v>
                </c:pt>
                <c:pt idx="17">
                  <c:v>72.4406</c:v>
                </c:pt>
                <c:pt idx="18">
                  <c:v>73.7223</c:v>
                </c:pt>
                <c:pt idx="19">
                  <c:v>74.6654</c:v>
                </c:pt>
                <c:pt idx="20">
                  <c:v>75.1646</c:v>
                </c:pt>
                <c:pt idx="21">
                  <c:v>77.5535</c:v>
                </c:pt>
                <c:pt idx="22">
                  <c:v>77.9427</c:v>
                </c:pt>
                <c:pt idx="23">
                  <c:v>78.2358</c:v>
                </c:pt>
                <c:pt idx="24">
                  <c:v>78.3025</c:v>
                </c:pt>
                <c:pt idx="25">
                  <c:v>78.4453</c:v>
                </c:pt>
                <c:pt idx="26">
                  <c:v>81.0854</c:v>
                </c:pt>
                <c:pt idx="27">
                  <c:v>81.9897</c:v>
                </c:pt>
                <c:pt idx="28">
                  <c:v>90.74</c:v>
                </c:pt>
                <c:pt idx="29">
                  <c:v>91.0874</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33.0301</c:v>
                </c:pt>
                <c:pt idx="1">
                  <c:v>4.8697</c:v>
                </c:pt>
                <c:pt idx="2">
                  <c:v>16.4179</c:v>
                </c:pt>
                <c:pt idx="3">
                  <c:v>7.8566</c:v>
                </c:pt>
                <c:pt idx="4">
                  <c:v>3.7145</c:v>
                </c:pt>
                <c:pt idx="5">
                  <c:v>10.6875</c:v>
                </c:pt>
                <c:pt idx="6">
                  <c:v>2.3764</c:v>
                </c:pt>
                <c:pt idx="7">
                  <c:v>6.3492</c:v>
                </c:pt>
                <c:pt idx="8">
                  <c:v>5.8104</c:v>
                </c:pt>
                <c:pt idx="9">
                  <c:v>5.6478</c:v>
                </c:pt>
                <c:pt idx="10">
                  <c:v>4.09</c:v>
                </c:pt>
                <c:pt idx="11">
                  <c:v>4.6598</c:v>
                </c:pt>
                <c:pt idx="12">
                  <c:v>6.5468</c:v>
                </c:pt>
                <c:pt idx="13">
                  <c:v>5.1736</c:v>
                </c:pt>
                <c:pt idx="14">
                  <c:v>8.2316</c:v>
                </c:pt>
                <c:pt idx="15">
                  <c:v>6.0544</c:v>
                </c:pt>
                <c:pt idx="16">
                  <c:v>10.055</c:v>
                </c:pt>
                <c:pt idx="17">
                  <c:v>1.9962</c:v>
                </c:pt>
                <c:pt idx="18">
                  <c:v>6.4799</c:v>
                </c:pt>
                <c:pt idx="19">
                  <c:v>8.5173</c:v>
                </c:pt>
                <c:pt idx="20">
                  <c:v>8.8218</c:v>
                </c:pt>
                <c:pt idx="21">
                  <c:v>7.4312</c:v>
                </c:pt>
                <c:pt idx="22">
                  <c:v>1.9562</c:v>
                </c:pt>
                <c:pt idx="23">
                  <c:v>6.5751</c:v>
                </c:pt>
                <c:pt idx="24">
                  <c:v>9.1318</c:v>
                </c:pt>
                <c:pt idx="25">
                  <c:v>3.2069</c:v>
                </c:pt>
                <c:pt idx="26">
                  <c:v>4.5568</c:v>
                </c:pt>
                <c:pt idx="27">
                  <c:v>2.9193</c:v>
                </c:pt>
                <c:pt idx="28">
                  <c:v>3.9156</c:v>
                </c:pt>
                <c:pt idx="29">
                  <c:v>2.9755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47.8582</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55.4924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Sheet1!$B$2:$B$22</c:f>
              <c:numCache>
                <c:formatCode>General</c:formatCode>
                <c:ptCount val="21"/>
                <c:pt idx="0">
                  <c:v>29.6456</c:v>
                </c:pt>
                <c:pt idx="1">
                  <c:v>19.0939</c:v>
                </c:pt>
                <c:pt idx="2">
                  <c:v>20.6228</c:v>
                </c:pt>
                <c:pt idx="3">
                  <c:v>7.5954</c:v>
                </c:pt>
                <c:pt idx="4">
                  <c:v>14.502</c:v>
                </c:pt>
                <c:pt idx="5">
                  <c:v>18.6972</c:v>
                </c:pt>
                <c:pt idx="6">
                  <c:v>12.8814</c:v>
                </c:pt>
                <c:pt idx="7">
                  <c:v>15.1882</c:v>
                </c:pt>
                <c:pt idx="8">
                  <c:v>8.009</c:v>
                </c:pt>
                <c:pt idx="9">
                  <c:v>12.8082</c:v>
                </c:pt>
                <c:pt idx="10">
                  <c:v>8.4421</c:v>
                </c:pt>
                <c:pt idx="11">
                  <c:v>10.3882</c:v>
                </c:pt>
                <c:pt idx="12">
                  <c:v>10.1282</c:v>
                </c:pt>
                <c:pt idx="13">
                  <c:v>7.581</c:v>
                </c:pt>
                <c:pt idx="14">
                  <c:v>8.3138</c:v>
                </c:pt>
                <c:pt idx="15">
                  <c:v>7.4455</c:v>
                </c:pt>
                <c:pt idx="16">
                  <c:v>7.6568</c:v>
                </c:pt>
                <c:pt idx="17">
                  <c:v>6.0257</c:v>
                </c:pt>
                <c:pt idx="18">
                  <c:v>5.2752</c:v>
                </c:pt>
                <c:pt idx="19">
                  <c:v>8.6479</c:v>
                </c:pt>
                <c:pt idx="20">
                  <c:v>2.4718</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Sheet1!$C$2:$C$22</c:f>
              <c:numCache>
                <c:formatCode>General</c:formatCode>
                <c:ptCount val="21"/>
                <c:pt idx="0">
                  <c:v>30.886</c:v>
                </c:pt>
                <c:pt idx="1">
                  <c:v>21.575</c:v>
                </c:pt>
                <c:pt idx="2">
                  <c:v>16.8696</c:v>
                </c:pt>
                <c:pt idx="3">
                  <c:v>15.8994</c:v>
                </c:pt>
                <c:pt idx="4">
                  <c:v>13.3994</c:v>
                </c:pt>
                <c:pt idx="5">
                  <c:v>13.2392</c:v>
                </c:pt>
                <c:pt idx="6">
                  <c:v>11.7745</c:v>
                </c:pt>
                <c:pt idx="7">
                  <c:v>11.5531</c:v>
                </c:pt>
                <c:pt idx="8">
                  <c:v>11.1569</c:v>
                </c:pt>
                <c:pt idx="9">
                  <c:v>10.886</c:v>
                </c:pt>
                <c:pt idx="10">
                  <c:v>10.7565</c:v>
                </c:pt>
                <c:pt idx="11">
                  <c:v>10.0721</c:v>
                </c:pt>
                <c:pt idx="12">
                  <c:v>7.5733</c:v>
                </c:pt>
                <c:pt idx="13">
                  <c:v>6.3283</c:v>
                </c:pt>
                <c:pt idx="14">
                  <c:v>6.0495</c:v>
                </c:pt>
                <c:pt idx="15">
                  <c:v>5.9664</c:v>
                </c:pt>
                <c:pt idx="16">
                  <c:v>5.7382</c:v>
                </c:pt>
                <c:pt idx="17">
                  <c:v>5.29</c:v>
                </c:pt>
                <c:pt idx="18">
                  <c:v>4.4795</c:v>
                </c:pt>
                <c:pt idx="19">
                  <c:v>3.2215</c:v>
                </c:pt>
                <c:pt idx="20">
                  <c:v>0.3563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of the 35 entries are Supreme Court orders or its judgment. The site also lists 36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applied in every state.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8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is reported to publish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9.57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1.5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7.4</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8.6</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8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to 18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for adjudication. As reported, 32.7 lakh were later found eligible and 27.2 lakh not.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35 times while the revision was under way, and dates moved 29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12 Phase II states and union territories had their dates moved by a week, and 7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Names added after the draft. All 18 states that published both counts added fewer names after the draft, new electors included, than they removed at it, and 3 added fewer than 10 for every 100 removed..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Maharashtra, Karnataka, Delhi,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2026-10-10T08:55:16Z</dcterms:created>
  <dcterms:modified xsi:type="dcterms:W3CDTF">2026-10-10T08:55:16Z</dcterms:modified>
</cp:coreProperties>
</file>
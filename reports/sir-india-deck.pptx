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0.4</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7.66</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5.74</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32 entries are Supreme Court orders or its judgment. The site also lists 30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32 times while the revision was under way, and dates moved 26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A person who was not an elector of the constituency could object to a name on oath, a party agent could file ten forms a day after the draft, and Form 7 sets no limit on how many one person may file.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were called to hearings, and the Supreme Court had to order that a representative could file for them and that they get ten more days.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were well short of the names removed at it, and in three of them fewer than 10 for every 100..</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Tamil Nadu, West Bengal, Rajasthan, Lakshadweep, Karnataka,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2026-10-03T09:31:28Z</dcterms:created>
  <dcterms:modified xsi:type="dcterms:W3CDTF">2026-10-03T09:31:28Z</dcterms:modified>
</cp:coreProperties>
</file>
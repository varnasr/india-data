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2.07 crore names, 21.1 of every 100 electors. The roll before the revision held 9.79 crore names and the draft holds 7.72 crore. One crore is ten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Thane left off 38.4 of every 100 electors, the highest rate of any district, 28.6 lakh names in all. Mumbai City, Mumbai Suburban, Pune and Nagpur come next. Outside the five city districts the highest is Nagpur, at 31.1. 7 of the 36 districts left off more than the state's 21.1, and 22 left off fewer than 15. Hingoli left off the fewest,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 to the press, 74.7% of the names left off were entered as shifted, absent or other, 16.8% as dead and 8.5% as enrolled at more than one place. The three press figures add up to 2,06,99,000, which is 10,513 more than the CEO's total, because each was rounded. They are for the state as a whole, and no count by reason has been published for any district. The Indian Express carried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districts hold 29.9% of Maharashtra's roll and 48.4% of the names left off, 1.00 crore names in all. They lost 34.2 of every 100 electors, against 15.6 in the other 31 districts. Each of the five lost a larger share of the names than its share of the roll. Pune and Thane together account for 27.7% of every name left off in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are 48.7% of Maharashtra's draft roll, 3,75,72,570 women against 3,95,89,905 men and 3,087 third-gender electors. Their share runs from 47.0% in Beed to 50.9% in Ratnagiri. In the five city districts it is 49.0% and in the rest 48.6%. Without the roll before the revision by sex, these shares cannot show whether women were left off more often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Maharashtra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31 August 2026, when the draft roll was published. The final roll is due on 16 November 2026.</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Maharashtra's draft roll of 31 August 2026 left off 2.07 crore names, 21.1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Thane left off 38.4 of every 100 electors, the most of the 36 districts, and Mumbai City, Mumbai Suburban, Pune and Nagpur come next. Hingoli left off the fewest, 8.8.</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The five districts of Mumbai City, Mumbai Suburban, Thane, Palghar and Pune hold 29.9% of the state's roll and 48.4% of the names left off. They lost 34.2 of every 100 electors, against 15.6 in the other 31 districts.</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Pune lost the most names of any district, 28.7 lakh.</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Claims and objections run to 26 October 2026, and the final roll is due on 16 November 2026. Until it is out, nobody can say how many of the names left off will be put back.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2.07 crore names, 21.1 of every 100 electors.</a:t>
            </a:r>
            <a:endParaRPr lang="en-US" sz="2200" dirty="0"/>
          </a:p>
        </p:txBody>
      </p:sp>
      <p:pic>
        <p:nvPicPr>
          <p:cNvPr id="4" name="Image 0" descr="/tmp/pack-8Tsy5x/mh-maharashtra-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Thane left off 38.4 of every 100 electors, the highest rate of any district, 28.6 lakh names in all.</a:t>
            </a:r>
            <a:endParaRPr lang="en-US" sz="2200" dirty="0"/>
          </a:p>
        </p:txBody>
      </p:sp>
      <p:pic>
        <p:nvPicPr>
          <p:cNvPr id="4" name="Image 0" descr="/tmp/pack-8Tsy5x/mh-maharashtra-2.png">    </p:cNvPr>
          <p:cNvPicPr>
            <a:picLocks noChangeAspect="1"/>
          </p:cNvPicPr>
          <p:nvPr/>
        </p:nvPicPr>
        <p:blipFill>
          <a:blip r:embed="rId1"/>
          <a:stretch>
            <a:fillRect/>
          </a:stretch>
        </p:blipFill>
        <p:spPr>
          <a:xfrm>
            <a:off x="7577835" y="1691640"/>
            <a:ext cx="4065220" cy="4709160"/>
          </a:xfrm>
          <a:prstGeom prst="rect">
            <a:avLst/>
          </a:prstGeom>
        </p:spPr>
      </p:pic>
      <p:sp>
        <p:nvSpPr>
          <p:cNvPr id="5" name="Text 2"/>
          <p:cNvSpPr/>
          <p:nvPr/>
        </p:nvSpPr>
        <p:spPr>
          <a:xfrm>
            <a:off x="548640" y="1691640"/>
            <a:ext cx="6663435"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Mumbai City, Mumbai Suburban, Pune and Nagpur come next. Outside the five city districts the highest is Nagpur, at 31.1. 7 of the 36 districts left off more than the state's 21.1, and 22 left off fewer than 15. Hingoli left off the fewest, 8.8.</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According to the press, 74.7% of the names left off were entered as shifted, absent or other, 16.8% as dead and 8.5% as enrolled at more than one place.</a:t>
            </a:r>
            <a:endParaRPr lang="en-US" sz="1900" dirty="0"/>
          </a:p>
        </p:txBody>
      </p:sp>
      <p:pic>
        <p:nvPicPr>
          <p:cNvPr id="4" name="Image 0" descr="/tmp/pack-8Tsy5x/mh-maharashtra-3.png">    </p:cNvPr>
          <p:cNvPicPr>
            <a:picLocks noChangeAspect="1"/>
          </p:cNvPicPr>
          <p:nvPr/>
        </p:nvPicPr>
        <p:blipFill>
          <a:blip r:embed="rId1"/>
          <a:stretch>
            <a:fillRect/>
          </a:stretch>
        </p:blipFill>
        <p:spPr>
          <a:xfrm>
            <a:off x="548640" y="1691640"/>
            <a:ext cx="11094415" cy="2460332"/>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Mumbai and Pune</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five districts hold 29.9% of Maharashtra's roll and 48.4% of the names left off, 1.00 crore names in all.</a:t>
            </a:r>
            <a:endParaRPr lang="en-US" sz="1900" dirty="0"/>
          </a:p>
        </p:txBody>
      </p:sp>
      <p:pic>
        <p:nvPicPr>
          <p:cNvPr id="4" name="Image 0" descr="/tmp/pack-8Tsy5x/mh-maharashtra-4.png">    </p:cNvPr>
          <p:cNvPicPr>
            <a:picLocks noChangeAspect="1"/>
          </p:cNvPicPr>
          <p:nvPr/>
        </p:nvPicPr>
        <p:blipFill>
          <a:blip r:embed="rId1"/>
          <a:stretch>
            <a:fillRect/>
          </a:stretch>
        </p:blipFill>
        <p:spPr>
          <a:xfrm>
            <a:off x="548640" y="1691640"/>
            <a:ext cx="11094415" cy="32855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are 48.7% of Maharashtra's draft roll, 3,75,72,570 women against 3,95,89,905 men and 3,087 third-gender electors.</a:t>
            </a:r>
            <a:endParaRPr lang="en-US" sz="1900" dirty="0"/>
          </a:p>
        </p:txBody>
      </p:sp>
      <p:pic>
        <p:nvPicPr>
          <p:cNvPr id="4" name="Image 0" descr="/tmp/pack-8Tsy5x/mh-maharashtra-5.png">    </p:cNvPr>
          <p:cNvPicPr>
            <a:picLocks noChangeAspect="1"/>
          </p:cNvPicPr>
          <p:nvPr/>
        </p:nvPicPr>
        <p:blipFill>
          <a:blip r:embed="rId1"/>
          <a:stretch>
            <a:fillRect/>
          </a:stretch>
        </p:blipFill>
        <p:spPr>
          <a:xfrm>
            <a:off x="548640" y="1691640"/>
            <a:ext cx="11094415" cy="2704837"/>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Chief Electoral Officer published no count by reason or by sex, and constituency figures for only 38 seats it chose, so these pages show where names were left off and cannot show why.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Maharashtra 2026, Special Intensive Revision</dc:title>
  <dc:subject>PptxGenJS Presentation</dc:subject>
  <dc:creator>PptxGenJS</dc:creator>
  <cp:lastModifiedBy>PptxGenJS</cp:lastModifiedBy>
  <cp:revision>1</cp:revision>
  <dcterms:created xsi:type="dcterms:W3CDTF">2026-10-13T15:25:52Z</dcterms:created>
  <dcterms:modified xsi:type="dcterms:W3CDTF">2026-10-13T15:25:52Z</dcterms:modified>
</cp:coreProperties>
</file>
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c:v>
                </c:pt>
                <c:pt idx="1">
                  <c:v>25.18</c:v>
                </c:pt>
                <c:pt idx="2">
                  <c:v>23.06</c:v>
                </c:pt>
                <c:pt idx="3">
                  <c:v>20.17</c:v>
                </c:pt>
                <c:pt idx="4">
                  <c:v>19.57</c:v>
                </c:pt>
                <c:pt idx="5">
                  <c:v>17.3</c:v>
                </c:pt>
                <c:pt idx="6">
                  <c:v>16.8</c:v>
                </c:pt>
                <c:pt idx="7">
                  <c:v>16.5</c:v>
                </c:pt>
                <c:pt idx="8">
                  <c:v>16.29</c:v>
                </c:pt>
                <c:pt idx="9">
                  <c:v>15.16</c:v>
                </c:pt>
                <c:pt idx="10">
                  <c:v>14.01</c:v>
                </c:pt>
                <c:pt idx="11">
                  <c:v>13.88</c:v>
                </c:pt>
                <c:pt idx="12">
                  <c:v>13.72</c:v>
                </c:pt>
                <c:pt idx="13">
                  <c:v>13.21</c:v>
                </c:pt>
                <c:pt idx="14">
                  <c:v>12.26</c:v>
                </c:pt>
                <c:pt idx="15">
                  <c:v>12.04</c:v>
                </c:pt>
                <c:pt idx="16">
                  <c:v>11.96</c:v>
                </c:pt>
                <c:pt idx="17">
                  <c:v>11.88</c:v>
                </c:pt>
                <c:pt idx="18">
                  <c:v>11.68</c:v>
                </c:pt>
                <c:pt idx="19">
                  <c:v>11.68</c:v>
                </c:pt>
                <c:pt idx="20">
                  <c:v>11.25</c:v>
                </c:pt>
                <c:pt idx="21">
                  <c:v>11.12</c:v>
                </c:pt>
                <c:pt idx="22">
                  <c:v>11.05</c:v>
                </c:pt>
                <c:pt idx="23">
                  <c:v>10.9</c:v>
                </c:pt>
                <c:pt idx="24">
                  <c:v>10.59</c:v>
                </c:pt>
                <c:pt idx="25">
                  <c:v>10.39</c:v>
                </c:pt>
                <c:pt idx="26">
                  <c:v>10.1</c:v>
                </c:pt>
                <c:pt idx="27">
                  <c:v>10.01</c:v>
                </c:pt>
                <c:pt idx="28">
                  <c:v>9.84</c:v>
                </c:pt>
                <c:pt idx="29">
                  <c:v>9.71</c:v>
                </c:pt>
                <c:pt idx="30">
                  <c:v>9.63</c:v>
                </c:pt>
                <c:pt idx="31">
                  <c:v>9.62</c:v>
                </c:pt>
                <c:pt idx="32">
                  <c:v>9.52</c:v>
                </c:pt>
                <c:pt idx="33">
                  <c:v>8.87</c:v>
                </c:pt>
                <c:pt idx="34">
                  <c:v>8.39</c:v>
                </c:pt>
                <c:pt idx="35">
                  <c:v>7.27</c:v>
                </c:pt>
                <c:pt idx="36">
                  <c:v>6.34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c:v>
                </c:pt>
                <c:pt idx="1">
                  <c:v>25.18</c:v>
                </c:pt>
                <c:pt idx="2">
                  <c:v>23.06</c:v>
                </c:pt>
                <c:pt idx="3">
                  <c:v>20.17</c:v>
                </c:pt>
                <c:pt idx="4">
                  <c:v>19.57</c:v>
                </c:pt>
                <c:pt idx="5">
                  <c:v>17.3</c:v>
                </c:pt>
                <c:pt idx="6">
                  <c:v>16.8</c:v>
                </c:pt>
                <c:pt idx="7">
                  <c:v>16.5</c:v>
                </c:pt>
                <c:pt idx="8">
                  <c:v>16.29</c:v>
                </c:pt>
                <c:pt idx="9">
                  <c:v>15.16</c:v>
                </c:pt>
                <c:pt idx="10">
                  <c:v>14.01</c:v>
                </c:pt>
                <c:pt idx="11">
                  <c:v>13.88</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29.31</c:v>
                </c:pt>
                <c:pt idx="1">
                  <c:v>18.92</c:v>
                </c:pt>
                <c:pt idx="2">
                  <c:v>20.03</c:v>
                </c:pt>
                <c:pt idx="3">
                  <c:v>16.38</c:v>
                </c:pt>
                <c:pt idx="4">
                  <c:v>14.92</c:v>
                </c:pt>
                <c:pt idx="5">
                  <c:v>11.86</c:v>
                </c:pt>
                <c:pt idx="6">
                  <c:v>13.56</c:v>
                </c:pt>
                <c:pt idx="7">
                  <c:v>13</c:v>
                </c:pt>
                <c:pt idx="8">
                  <c:v>12.87</c:v>
                </c:pt>
                <c:pt idx="9">
                  <c:v>11.64</c:v>
                </c:pt>
                <c:pt idx="10">
                  <c:v>10.24</c:v>
                </c:pt>
                <c:pt idx="11">
                  <c:v>9.99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6.3%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6.3%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2026-10-05T14:19:36Z</dcterms:created>
  <dcterms:modified xsi:type="dcterms:W3CDTF">2026-10-05T14:19:36Z</dcterms:modified>
</cp:coreProperties>
</file>
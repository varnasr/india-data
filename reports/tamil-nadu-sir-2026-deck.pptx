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pt idx="12">
                  <c:v>13.7238</c:v>
                </c:pt>
                <c:pt idx="13">
                  <c:v>13.2073</c:v>
                </c:pt>
                <c:pt idx="14">
                  <c:v>12.2631</c:v>
                </c:pt>
                <c:pt idx="15">
                  <c:v>12.0382</c:v>
                </c:pt>
                <c:pt idx="16">
                  <c:v>11.9592</c:v>
                </c:pt>
                <c:pt idx="17">
                  <c:v>11.8838</c:v>
                </c:pt>
                <c:pt idx="18">
                  <c:v>11.6808</c:v>
                </c:pt>
                <c:pt idx="19">
                  <c:v>11.6794</c:v>
                </c:pt>
                <c:pt idx="20">
                  <c:v>11.2519</c:v>
                </c:pt>
                <c:pt idx="21">
                  <c:v>11.1244</c:v>
                </c:pt>
                <c:pt idx="22">
                  <c:v>11.0467</c:v>
                </c:pt>
                <c:pt idx="23">
                  <c:v>10.9028</c:v>
                </c:pt>
                <c:pt idx="24">
                  <c:v>10.5856</c:v>
                </c:pt>
                <c:pt idx="25">
                  <c:v>10.386</c:v>
                </c:pt>
                <c:pt idx="26">
                  <c:v>10.0995</c:v>
                </c:pt>
                <c:pt idx="27">
                  <c:v>10.0126</c:v>
                </c:pt>
                <c:pt idx="28">
                  <c:v>9.8402</c:v>
                </c:pt>
                <c:pt idx="29">
                  <c:v>9.71</c:v>
                </c:pt>
                <c:pt idx="30">
                  <c:v>9.6287</c:v>
                </c:pt>
                <c:pt idx="31">
                  <c:v>9.6207</c:v>
                </c:pt>
                <c:pt idx="32">
                  <c:v>9.5204</c:v>
                </c:pt>
                <c:pt idx="33">
                  <c:v>8.8706</c:v>
                </c:pt>
                <c:pt idx="34">
                  <c:v>8.391</c:v>
                </c:pt>
                <c:pt idx="35">
                  <c:v>7.2659</c:v>
                </c:pt>
                <c:pt idx="36">
                  <c:v>6.3414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29.3096</c:v>
                </c:pt>
                <c:pt idx="1">
                  <c:v>18.9185</c:v>
                </c:pt>
                <c:pt idx="2">
                  <c:v>20.027</c:v>
                </c:pt>
                <c:pt idx="3">
                  <c:v>16.383</c:v>
                </c:pt>
                <c:pt idx="4">
                  <c:v>14.9161</c:v>
                </c:pt>
                <c:pt idx="5">
                  <c:v>11.8589</c:v>
                </c:pt>
                <c:pt idx="6">
                  <c:v>13.5632</c:v>
                </c:pt>
                <c:pt idx="7">
                  <c:v>13.0038</c:v>
                </c:pt>
                <c:pt idx="8">
                  <c:v>12.8664</c:v>
                </c:pt>
                <c:pt idx="9">
                  <c:v>11.6377</c:v>
                </c:pt>
                <c:pt idx="10">
                  <c:v>10.2435</c:v>
                </c:pt>
                <c:pt idx="11">
                  <c:v>9.9859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removed not entered as dead, at each seat's turnout, the number is 169.</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6.2%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6.2%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169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169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65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2026-10-10T07:16:11Z</dcterms:created>
  <dcterms:modified xsi:type="dcterms:W3CDTF">2026-10-10T07:16:11Z</dcterms:modified>
</cp:coreProperties>
</file>
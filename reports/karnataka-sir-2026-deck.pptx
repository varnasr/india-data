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49.22</c:v>
                </c:pt>
                <c:pt idx="1">
                  <c:v>44.54</c:v>
                </c:pt>
                <c:pt idx="2">
                  <c:v>44.49</c:v>
                </c:pt>
                <c:pt idx="3">
                  <c:v>42.37</c:v>
                </c:pt>
                <c:pt idx="4">
                  <c:v>21.18</c:v>
                </c:pt>
                <c:pt idx="5">
                  <c:v>19.16</c:v>
                </c:pt>
                <c:pt idx="6">
                  <c:v>17.16</c:v>
                </c:pt>
                <c:pt idx="7">
                  <c:v>17.15</c:v>
                </c:pt>
                <c:pt idx="8">
                  <c:v>16.29</c:v>
                </c:pt>
                <c:pt idx="9">
                  <c:v>15.68</c:v>
                </c:pt>
                <c:pt idx="10">
                  <c:v>15.52</c:v>
                </c:pt>
                <c:pt idx="11">
                  <c:v>14.09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removed.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removed. In the rest of the state the rise came to 7.8%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removed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2026-10-09T15:01:08Z</dcterms:created>
  <dcterms:modified xsi:type="dcterms:W3CDTF">2026-10-09T15:01:08Z</dcterms:modified>
</cp:coreProperties>
</file>
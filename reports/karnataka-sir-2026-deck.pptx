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Kodagu</c:v>
                  </c:pt>
                  <c:pt idx="14">
                    <c:v>Davangere</c:v>
                  </c:pt>
                  <c:pt idx="15">
                    <c:v>Gadag</c:v>
                  </c:pt>
                  <c:pt idx="16">
                    <c:v>Kolar</c:v>
                  </c:pt>
                  <c:pt idx="17">
                    <c:v>Vijayanagara</c:v>
                  </c:pt>
                  <c:pt idx="18">
                    <c:v>Bangalore Rural</c:v>
                  </c:pt>
                  <c:pt idx="19">
                    <c:v>Koppal</c:v>
                  </c:pt>
                  <c:pt idx="20">
                    <c:v>Belgaum</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pt idx="12">
                  <c:v>14.6321</c:v>
                </c:pt>
                <c:pt idx="13">
                  <c:v>13.4115</c:v>
                </c:pt>
                <c:pt idx="14">
                  <c:v>13.4106</c:v>
                </c:pt>
                <c:pt idx="15">
                  <c:v>13.369</c:v>
                </c:pt>
                <c:pt idx="16">
                  <c:v>13.2046</c:v>
                </c:pt>
                <c:pt idx="17">
                  <c:v>13.0017</c:v>
                </c:pt>
                <c:pt idx="18">
                  <c:v>12.7915</c:v>
                </c:pt>
                <c:pt idx="19">
                  <c:v>12.5041</c:v>
                </c:pt>
                <c:pt idx="20">
                  <c:v>12.5016</c:v>
                </c:pt>
                <c:pt idx="21">
                  <c:v>12.4093</c:v>
                </c:pt>
                <c:pt idx="22">
                  <c:v>11.7782</c:v>
                </c:pt>
                <c:pt idx="23">
                  <c:v>11.6765</c:v>
                </c:pt>
                <c:pt idx="24">
                  <c:v>10.8429</c:v>
                </c:pt>
                <c:pt idx="25">
                  <c:v>10.6282</c:v>
                </c:pt>
                <c:pt idx="26">
                  <c:v>10.3134</c:v>
                </c:pt>
                <c:pt idx="27">
                  <c:v>10.0721</c:v>
                </c:pt>
                <c:pt idx="28">
                  <c:v>10.0287</c:v>
                </c:pt>
                <c:pt idx="29">
                  <c:v>9.9092</c:v>
                </c:pt>
                <c:pt idx="30">
                  <c:v>8.725</c:v>
                </c:pt>
                <c:pt idx="31">
                  <c:v>8.7001</c:v>
                </c:pt>
                <c:pt idx="32">
                  <c:v>8.6166</c:v>
                </c:pt>
                <c:pt idx="33">
                  <c:v>5.9529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58.5983</c:v>
                </c:pt>
                <c:pt idx="1">
                  <c:v>67.3267</c:v>
                </c:pt>
                <c:pt idx="2">
                  <c:v>74.7399</c:v>
                </c:pt>
                <c:pt idx="3">
                  <c:v>75.019</c:v>
                </c:pt>
                <c:pt idx="4">
                  <c:v>66.5967</c:v>
                </c:pt>
                <c:pt idx="5">
                  <c:v>44.3544</c:v>
                </c:pt>
                <c:pt idx="6">
                  <c:v>58.4765</c:v>
                </c:pt>
                <c:pt idx="7">
                  <c:v>45.7504</c:v>
                </c:pt>
                <c:pt idx="8">
                  <c:v>61.7948</c:v>
                </c:pt>
                <c:pt idx="9">
                  <c:v>46.7463</c:v>
                </c:pt>
                <c:pt idx="10">
                  <c:v>66.9213</c:v>
                </c:pt>
                <c:pt idx="11">
                  <c:v>51.2102</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25.1933</c:v>
                </c:pt>
                <c:pt idx="1">
                  <c:v>17.0137</c:v>
                </c:pt>
                <c:pt idx="2">
                  <c:v>10.1064</c:v>
                </c:pt>
                <c:pt idx="3">
                  <c:v>12.1049</c:v>
                </c:pt>
                <c:pt idx="4">
                  <c:v>9.0898</c:v>
                </c:pt>
                <c:pt idx="5">
                  <c:v>24.0985</c:v>
                </c:pt>
                <c:pt idx="6">
                  <c:v>9.5623</c:v>
                </c:pt>
                <c:pt idx="7">
                  <c:v>22.2591</c:v>
                </c:pt>
                <c:pt idx="8">
                  <c:v>9.1454</c:v>
                </c:pt>
                <c:pt idx="9">
                  <c:v>23.1625</c:v>
                </c:pt>
                <c:pt idx="10">
                  <c:v>8.6752</c:v>
                </c:pt>
                <c:pt idx="11">
                  <c:v>19.8865</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6.5639</c:v>
                </c:pt>
                <c:pt idx="1">
                  <c:v>7.5021</c:v>
                </c:pt>
                <c:pt idx="2">
                  <c:v>7.6726</c:v>
                </c:pt>
                <c:pt idx="3">
                  <c:v>6.0752</c:v>
                </c:pt>
                <c:pt idx="4">
                  <c:v>13.735</c:v>
                </c:pt>
                <c:pt idx="5">
                  <c:v>20.4917</c:v>
                </c:pt>
                <c:pt idx="6">
                  <c:v>19.0995</c:v>
                </c:pt>
                <c:pt idx="7">
                  <c:v>18.4361</c:v>
                </c:pt>
                <c:pt idx="8">
                  <c:v>15.3389</c:v>
                </c:pt>
                <c:pt idx="9">
                  <c:v>19.697</c:v>
                </c:pt>
                <c:pt idx="10">
                  <c:v>13.2595</c:v>
                </c:pt>
                <c:pt idx="11">
                  <c:v>18.4313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1.0339</c:v>
                </c:pt>
                <c:pt idx="1">
                  <c:v>1.1692</c:v>
                </c:pt>
                <c:pt idx="2">
                  <c:v>1.4979</c:v>
                </c:pt>
                <c:pt idx="3">
                  <c:v>1.5593</c:v>
                </c:pt>
                <c:pt idx="4">
                  <c:v>6.3988</c:v>
                </c:pt>
                <c:pt idx="5">
                  <c:v>7.8817</c:v>
                </c:pt>
                <c:pt idx="6">
                  <c:v>12.7481</c:v>
                </c:pt>
                <c:pt idx="7">
                  <c:v>9.6167</c:v>
                </c:pt>
                <c:pt idx="8">
                  <c:v>11.8939</c:v>
                </c:pt>
                <c:pt idx="9">
                  <c:v>10.1431</c:v>
                </c:pt>
                <c:pt idx="10">
                  <c:v>7.0996</c:v>
                </c:pt>
                <c:pt idx="11">
                  <c:v>10.2953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8.6106</c:v>
                </c:pt>
                <c:pt idx="1">
                  <c:v>6.9883</c:v>
                </c:pt>
                <c:pt idx="2">
                  <c:v>5.9833</c:v>
                </c:pt>
                <c:pt idx="3">
                  <c:v>5.2416</c:v>
                </c:pt>
                <c:pt idx="4">
                  <c:v>4.1797</c:v>
                </c:pt>
                <c:pt idx="5">
                  <c:v>3.1737</c:v>
                </c:pt>
                <c:pt idx="6">
                  <c:v>0.1136</c:v>
                </c:pt>
                <c:pt idx="7">
                  <c:v>3.9377</c:v>
                </c:pt>
                <c:pt idx="8">
                  <c:v>1.8269</c:v>
                </c:pt>
                <c:pt idx="9">
                  <c:v>0.2511</c:v>
                </c:pt>
                <c:pt idx="10">
                  <c:v>4.0445</c:v>
                </c:pt>
                <c:pt idx="11">
                  <c:v>0.1767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49.2195</c:v>
                </c:pt>
                <c:pt idx="1">
                  <c:v>44.5378</c:v>
                </c:pt>
                <c:pt idx="2">
                  <c:v>44.4866</c:v>
                </c:pt>
                <c:pt idx="3">
                  <c:v>42.3689</c:v>
                </c:pt>
                <c:pt idx="4">
                  <c:v>21.1787</c:v>
                </c:pt>
                <c:pt idx="5">
                  <c:v>19.162</c:v>
                </c:pt>
                <c:pt idx="6">
                  <c:v>17.1643</c:v>
                </c:pt>
                <c:pt idx="7">
                  <c:v>17.1463</c:v>
                </c:pt>
                <c:pt idx="8">
                  <c:v>16.2929</c:v>
                </c:pt>
                <c:pt idx="9">
                  <c:v>15.6756</c:v>
                </c:pt>
                <c:pt idx="10">
                  <c:v>15.5219</c:v>
                </c:pt>
                <c:pt idx="11">
                  <c:v>14.0893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9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9 October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9 October the roll had risen by 5,25,418 since the draft, 4.9% of the names removed. In Bengaluru it rose by 49,951.</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9 October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21904"/>
            <a:ext cx="862899" cy="80453"/>
          </a:xfrm>
          <a:prstGeom prst="rect">
            <a:avLst/>
          </a:prstGeom>
          <a:solidFill>
            <a:srgbClr val="17A589"/>
          </a:solidFill>
          <a:ln/>
        </p:spPr>
      </p:sp>
      <p:sp>
        <p:nvSpPr>
          <p:cNvPr id="69" name="Text 67"/>
          <p:cNvSpPr txBox="1"/>
          <p:nvPr/>
        </p:nvSpPr>
        <p:spPr>
          <a:xfrm>
            <a:off x="9177630"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+5,25,418</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21904"/>
            <a:ext cx="862899" cy="1555936"/>
          </a:xfrm>
          <a:prstGeom prst="rect">
            <a:avLst/>
          </a:prstGeom>
          <a:solidFill>
            <a:srgbClr val="1F618D"/>
          </a:solidFill>
          <a:ln/>
        </p:spPr>
      </p:sp>
      <p:sp>
        <p:nvSpPr>
          <p:cNvPr id="72" name="Text 70"/>
          <p:cNvSpPr txBox="1"/>
          <p:nvPr/>
        </p:nvSpPr>
        <p:spPr>
          <a:xfrm>
            <a:off x="10410342"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4,51,61,393</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9 October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removed. In the rest of the state the rise came to 7.8%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50.3%</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removed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2026-10-10T07:16:11Z</dcterms:created>
  <dcterms:modified xsi:type="dcterms:W3CDTF">2026-10-10T07:16:11Z</dcterms:modified>
</cp:coreProperties>
</file>
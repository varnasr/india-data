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Davangere</c:v>
                  </c:pt>
                  <c:pt idx="14">
                    <c:v>Kodagu</c:v>
                  </c:pt>
                  <c:pt idx="15">
                    <c:v>Gadag</c:v>
                  </c:pt>
                  <c:pt idx="16">
                    <c:v>Kolar</c:v>
                  </c:pt>
                  <c:pt idx="17">
                    <c:v>Vijayanagara</c:v>
                  </c:pt>
                  <c:pt idx="18">
                    <c:v>Bangalore Rural</c:v>
                  </c:pt>
                  <c:pt idx="19">
                    <c:v>Belgaum</c:v>
                  </c:pt>
                  <c:pt idx="20">
                    <c:v>Koppal</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c:v>
                </c:pt>
                <c:pt idx="1">
                  <c:v>45.54</c:v>
                </c:pt>
                <c:pt idx="2">
                  <c:v>45.12</c:v>
                </c:pt>
                <c:pt idx="3">
                  <c:v>42.71</c:v>
                </c:pt>
                <c:pt idx="4">
                  <c:v>22.01</c:v>
                </c:pt>
                <c:pt idx="5">
                  <c:v>19.9</c:v>
                </c:pt>
                <c:pt idx="6">
                  <c:v>18.75</c:v>
                </c:pt>
                <c:pt idx="7">
                  <c:v>18.16</c:v>
                </c:pt>
                <c:pt idx="8">
                  <c:v>17.97</c:v>
                </c:pt>
                <c:pt idx="9">
                  <c:v>16.52</c:v>
                </c:pt>
                <c:pt idx="10">
                  <c:v>16.49</c:v>
                </c:pt>
                <c:pt idx="11">
                  <c:v>14.99</c:v>
                </c:pt>
                <c:pt idx="12">
                  <c:v>14.63</c:v>
                </c:pt>
                <c:pt idx="13">
                  <c:v>13.41</c:v>
                </c:pt>
                <c:pt idx="14">
                  <c:v>13.41</c:v>
                </c:pt>
                <c:pt idx="15">
                  <c:v>13.37</c:v>
                </c:pt>
                <c:pt idx="16">
                  <c:v>13.2</c:v>
                </c:pt>
                <c:pt idx="17">
                  <c:v>13</c:v>
                </c:pt>
                <c:pt idx="18">
                  <c:v>12.79</c:v>
                </c:pt>
                <c:pt idx="19">
                  <c:v>12.5</c:v>
                </c:pt>
                <c:pt idx="20">
                  <c:v>12.5</c:v>
                </c:pt>
                <c:pt idx="21">
                  <c:v>12.41</c:v>
                </c:pt>
                <c:pt idx="22">
                  <c:v>11.78</c:v>
                </c:pt>
                <c:pt idx="23">
                  <c:v>11.68</c:v>
                </c:pt>
                <c:pt idx="24">
                  <c:v>10.84</c:v>
                </c:pt>
                <c:pt idx="25">
                  <c:v>10.63</c:v>
                </c:pt>
                <c:pt idx="26">
                  <c:v>10.31</c:v>
                </c:pt>
                <c:pt idx="27">
                  <c:v>10.07</c:v>
                </c:pt>
                <c:pt idx="28">
                  <c:v>10.03</c:v>
                </c:pt>
                <c:pt idx="29">
                  <c:v>9.91</c:v>
                </c:pt>
                <c:pt idx="30">
                  <c:v>8.73</c:v>
                </c:pt>
                <c:pt idx="31">
                  <c:v>8.7</c:v>
                </c:pt>
                <c:pt idx="32">
                  <c:v>8.62</c:v>
                </c:pt>
                <c:pt idx="33">
                  <c:v>5.95</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58.6</c:v>
                </c:pt>
                <c:pt idx="1">
                  <c:v>67.33</c:v>
                </c:pt>
                <c:pt idx="2">
                  <c:v>74.74</c:v>
                </c:pt>
                <c:pt idx="3">
                  <c:v>75.02</c:v>
                </c:pt>
                <c:pt idx="4">
                  <c:v>66.6</c:v>
                </c:pt>
                <c:pt idx="5">
                  <c:v>44.35</c:v>
                </c:pt>
                <c:pt idx="6">
                  <c:v>58.48</c:v>
                </c:pt>
                <c:pt idx="7">
                  <c:v>45.75</c:v>
                </c:pt>
                <c:pt idx="8">
                  <c:v>61.79</c:v>
                </c:pt>
                <c:pt idx="9">
                  <c:v>46.75</c:v>
                </c:pt>
                <c:pt idx="10">
                  <c:v>66.92</c:v>
                </c:pt>
                <c:pt idx="11">
                  <c:v>51.21</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c:v>
                </c:pt>
                <c:pt idx="1">
                  <c:v>17.01</c:v>
                </c:pt>
                <c:pt idx="2">
                  <c:v>10.11</c:v>
                </c:pt>
                <c:pt idx="3">
                  <c:v>12.1</c:v>
                </c:pt>
                <c:pt idx="4">
                  <c:v>9.09</c:v>
                </c:pt>
                <c:pt idx="5">
                  <c:v>24.1</c:v>
                </c:pt>
                <c:pt idx="6">
                  <c:v>9.56</c:v>
                </c:pt>
                <c:pt idx="7">
                  <c:v>22.26</c:v>
                </c:pt>
                <c:pt idx="8">
                  <c:v>9.15</c:v>
                </c:pt>
                <c:pt idx="9">
                  <c:v>23.16</c:v>
                </c:pt>
                <c:pt idx="10">
                  <c:v>8.68</c:v>
                </c:pt>
                <c:pt idx="11">
                  <c:v>19.89</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c:v>
                </c:pt>
                <c:pt idx="1">
                  <c:v>7.5</c:v>
                </c:pt>
                <c:pt idx="2">
                  <c:v>7.67</c:v>
                </c:pt>
                <c:pt idx="3">
                  <c:v>6.08</c:v>
                </c:pt>
                <c:pt idx="4">
                  <c:v>13.74</c:v>
                </c:pt>
                <c:pt idx="5">
                  <c:v>20.49</c:v>
                </c:pt>
                <c:pt idx="6">
                  <c:v>19.1</c:v>
                </c:pt>
                <c:pt idx="7">
                  <c:v>18.44</c:v>
                </c:pt>
                <c:pt idx="8">
                  <c:v>15.34</c:v>
                </c:pt>
                <c:pt idx="9">
                  <c:v>19.7</c:v>
                </c:pt>
                <c:pt idx="10">
                  <c:v>13.26</c:v>
                </c:pt>
                <c:pt idx="11">
                  <c:v>18.43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c:v>
                </c:pt>
                <c:pt idx="1">
                  <c:v>1.17</c:v>
                </c:pt>
                <c:pt idx="2">
                  <c:v>1.5</c:v>
                </c:pt>
                <c:pt idx="3">
                  <c:v>1.56</c:v>
                </c:pt>
                <c:pt idx="4">
                  <c:v>6.4</c:v>
                </c:pt>
                <c:pt idx="5">
                  <c:v>7.88</c:v>
                </c:pt>
                <c:pt idx="6">
                  <c:v>12.75</c:v>
                </c:pt>
                <c:pt idx="7">
                  <c:v>9.62</c:v>
                </c:pt>
                <c:pt idx="8">
                  <c:v>11.89</c:v>
                </c:pt>
                <c:pt idx="9">
                  <c:v>10.14</c:v>
                </c:pt>
                <c:pt idx="10">
                  <c:v>7.1</c:v>
                </c:pt>
                <c:pt idx="11">
                  <c:v>10.3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c:v>
                </c:pt>
                <c:pt idx="1">
                  <c:v>6.99</c:v>
                </c:pt>
                <c:pt idx="2">
                  <c:v>5.98</c:v>
                </c:pt>
                <c:pt idx="3">
                  <c:v>5.24</c:v>
                </c:pt>
                <c:pt idx="4">
                  <c:v>4.18</c:v>
                </c:pt>
                <c:pt idx="5">
                  <c:v>3.17</c:v>
                </c:pt>
                <c:pt idx="6">
                  <c:v>0.11</c:v>
                </c:pt>
                <c:pt idx="7">
                  <c:v>3.94</c:v>
                </c:pt>
                <c:pt idx="8">
                  <c:v>1.83</c:v>
                </c:pt>
                <c:pt idx="9">
                  <c:v>0.25</c:v>
                </c:pt>
                <c:pt idx="10">
                  <c:v>4.04</c:v>
                </c:pt>
                <c:pt idx="11">
                  <c:v>0.18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c:v>
                </c:pt>
                <c:pt idx="1">
                  <c:v>45.54</c:v>
                </c:pt>
                <c:pt idx="2">
                  <c:v>45.12</c:v>
                </c:pt>
                <c:pt idx="3">
                  <c:v>42.71</c:v>
                </c:pt>
                <c:pt idx="4">
                  <c:v>22.01</c:v>
                </c:pt>
                <c:pt idx="5">
                  <c:v>19.9</c:v>
                </c:pt>
                <c:pt idx="6">
                  <c:v>18.75</c:v>
                </c:pt>
                <c:pt idx="7">
                  <c:v>18.16</c:v>
                </c:pt>
                <c:pt idx="8">
                  <c:v>17.97</c:v>
                </c:pt>
                <c:pt idx="9">
                  <c:v>16.52</c:v>
                </c:pt>
                <c:pt idx="10">
                  <c:v>16.49</c:v>
                </c:pt>
                <c:pt idx="11">
                  <c:v>14.99</c:v>
                </c:pt>
              </c:numCache>
            </c:numRef>
          </c:val>
        </c:ser>
        <c:ser>
          <c:idx val="1"/>
          <c:order val="1"/>
          <c:tx>
            <c:strRef>
              <c:f>Sheet1!$C$1</c:f>
              <c:strCache>
                <c:ptCount val="1"/>
                <c:pt idx="0">
                  <c:v>On 25 September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49.33</c:v>
                </c:pt>
                <c:pt idx="1">
                  <c:v>45.47</c:v>
                </c:pt>
                <c:pt idx="2">
                  <c:v>45.09</c:v>
                </c:pt>
                <c:pt idx="3">
                  <c:v>42.71</c:v>
                </c:pt>
                <c:pt idx="4">
                  <c:v>21.8</c:v>
                </c:pt>
                <c:pt idx="5">
                  <c:v>19.72</c:v>
                </c:pt>
                <c:pt idx="6">
                  <c:v>17.91</c:v>
                </c:pt>
                <c:pt idx="7">
                  <c:v>17.5</c:v>
                </c:pt>
                <c:pt idx="8">
                  <c:v>17.89</c:v>
                </c:pt>
                <c:pt idx="9">
                  <c:v>16.32</c:v>
                </c:pt>
                <c:pt idx="10">
                  <c:v>16.22</c:v>
                </c:pt>
                <c:pt idx="11">
                  <c:v>14.61</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25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25 September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25 September the roll had risen by 2,08,105 since the draft, 1.9% of the names removed. In Bengaluru it rose by 2,340.</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25 September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70492"/>
            <a:ext cx="862899" cy="31866"/>
          </a:xfrm>
          <a:prstGeom prst="rect">
            <a:avLst/>
          </a:prstGeom>
          <a:solidFill>
            <a:srgbClr val="17A589"/>
          </a:solidFill>
          <a:ln/>
        </p:spPr>
      </p:sp>
      <p:sp>
        <p:nvSpPr>
          <p:cNvPr id="69" name="Text 67"/>
          <p:cNvSpPr txBox="1"/>
          <p:nvPr/>
        </p:nvSpPr>
        <p:spPr>
          <a:xfrm>
            <a:off x="9177630"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+2,08,105</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70492"/>
            <a:ext cx="862899" cy="1507348"/>
          </a:xfrm>
          <a:prstGeom prst="rect">
            <a:avLst/>
          </a:prstGeom>
          <a:solidFill>
            <a:srgbClr val="1F618D"/>
          </a:solidFill>
          <a:ln/>
        </p:spPr>
      </p:sp>
      <p:sp>
        <p:nvSpPr>
          <p:cNvPr id="72" name="Text 70"/>
          <p:cNvSpPr txBox="1"/>
          <p:nvPr/>
        </p:nvSpPr>
        <p:spPr>
          <a:xfrm>
            <a:off x="10410342" y="3796172"/>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4,48,44,080</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25 September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25 September Bengaluru's roll had risen by 2,340 since the draft, against 46.9 lakh names removed. In the rest of the state the rise came to 3.4%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25 September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25 September only 1.9% of the names removed had come back, and 0.05%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25 September,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2,08,105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25 September.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25 September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2026-10-05T14:19:36Z</dcterms:created>
  <dcterms:modified xsi:type="dcterms:W3CDTF">2026-10-05T14:19:36Z</dcterms:modified>
</cp:coreProperties>
</file>
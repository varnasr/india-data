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of 27 October 2026 was reported for the state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to be decided by 22 October, before the final roll of 27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No count of names added or deleted after the draft was published, so the last step is the net change.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the final roll of 27 October 2026</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left off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left off back by the final roll</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left 19.5 of every 100 electors off the draft,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The final roll of 27 October 2026 has 4,55,00,011 electors, 8,64,036 more than the draft, which is 8.0% of the names left off.</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27 October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3970054"/>
            <a:ext cx="862899" cy="132303"/>
          </a:xfrm>
          <a:prstGeom prst="rect">
            <a:avLst/>
          </a:prstGeom>
          <a:solidFill>
            <a:srgbClr val="17A589"/>
          </a:solidFill>
          <a:ln/>
        </p:spPr>
      </p:sp>
      <p:sp>
        <p:nvSpPr>
          <p:cNvPr id="69" name="Text 67"/>
          <p:cNvSpPr txBox="1"/>
          <p:nvPr/>
        </p:nvSpPr>
        <p:spPr>
          <a:xfrm>
            <a:off x="9177630" y="369573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+8,64,036</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3970054"/>
            <a:ext cx="862899" cy="1607786"/>
          </a:xfrm>
          <a:prstGeom prst="rect">
            <a:avLst/>
          </a:prstGeom>
          <a:solidFill>
            <a:srgbClr val="1F618D"/>
          </a:solidFill>
          <a:ln/>
        </p:spPr>
      </p:sp>
      <p:sp>
        <p:nvSpPr>
          <p:cNvPr id="72" name="Text 70"/>
          <p:cNvSpPr txBox="1"/>
          <p:nvPr/>
        </p:nvSpPr>
        <p:spPr>
          <a:xfrm>
            <a:off x="10410342" y="369573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4,55,00,011</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names left off,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lost,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left off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left off. In the rest of the state the rise came to 7.8% of the names left off the draft.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names left off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left off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left off.</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the final roll of 27 October the state's roll was 8,64,036 above the draft. No district figures were given for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names left off compare with the 2023 margins, because nothing was published by constituency. Whether women, the old or the young were left off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left off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names were added and deleted after the draft, and how many of those added had been left off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of 27 October 2026, for the state only, is from The Hindu's and ETV Bharat's reports of the Chief Electoral Officer's figures.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ImpactMojo</dc:creator>
  <cp:lastModifiedBy>ImpactMojo</cp:lastModifiedBy>
  <cp:revision>1</cp:revision>
  <dcterms:created xsi:type="dcterms:W3CDTF">2026-10-27T09:25:33Z</dcterms:created>
  <dcterms:modified xsi:type="dcterms:W3CDTF">2026-10-27T09:25:33Z</dcterms:modified>
</cp:coreProperties>
</file>
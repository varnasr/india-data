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left off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left off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left 19.5 of every 100 electors off the draft,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left off.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names left off,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lost,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left off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left off. In the rest of the state the rise came to 7.8% of the names left off the draft.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names left off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left off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left off.</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names left off compare with the 2023 margins, because nothing was published by constituency. Whether women, the old or the young were left off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left off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
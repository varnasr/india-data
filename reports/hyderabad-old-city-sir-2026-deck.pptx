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39.655</c:v>
                </c:pt>
                <c:pt idx="1">
                  <c:v>41.3343</c:v>
                </c:pt>
                <c:pt idx="2">
                  <c:v>45.0896</c:v>
                </c:pt>
                <c:pt idx="3">
                  <c:v>39.4565</c:v>
                </c:pt>
                <c:pt idx="4">
                  <c:v>34.5704</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21.1249</c:v>
                </c:pt>
                <c:pt idx="1">
                  <c:v>23.3011</c:v>
                </c:pt>
                <c:pt idx="2">
                  <c:v>21.5475</c:v>
                </c:pt>
                <c:pt idx="3">
                  <c:v>21.2685</c:v>
                </c:pt>
                <c:pt idx="4">
                  <c:v>23.9309</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34.5704</c:v>
                </c:pt>
                <c:pt idx="1">
                  <c:v>36.9963</c:v>
                </c:pt>
                <c:pt idx="2">
                  <c:v>38.1891</c:v>
                </c:pt>
                <c:pt idx="3">
                  <c:v>39.4564</c:v>
                </c:pt>
                <c:pt idx="4">
                  <c:v>39.6387</c:v>
                </c:pt>
                <c:pt idx="5">
                  <c:v>39.655</c:v>
                </c:pt>
                <c:pt idx="6">
                  <c:v>40.0235</c:v>
                </c:pt>
                <c:pt idx="7">
                  <c:v>41.3343</c:v>
                </c:pt>
                <c:pt idx="8">
                  <c:v>42.0449</c:v>
                </c:pt>
                <c:pt idx="9">
                  <c:v>42.6132</c:v>
                </c:pt>
                <c:pt idx="10">
                  <c:v>42.7699</c:v>
                </c:pt>
                <c:pt idx="11">
                  <c:v>44.135</c:v>
                </c:pt>
                <c:pt idx="12">
                  <c:v>44.7617</c:v>
                </c:pt>
                <c:pt idx="13">
                  <c:v>44.9282</c:v>
                </c:pt>
                <c:pt idx="14">
                  <c:v>45.167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26.1588</c:v>
                </c:pt>
                <c:pt idx="1">
                  <c:v>29.1997</c:v>
                </c:pt>
                <c:pt idx="2">
                  <c:v>24.7509</c:v>
                </c:pt>
                <c:pt idx="3">
                  <c:v>21.6839</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53.0824</c:v>
                </c:pt>
                <c:pt idx="1">
                  <c:v>52.2272</c:v>
                </c:pt>
                <c:pt idx="2">
                  <c:v>51.7309</c:v>
                </c:pt>
                <c:pt idx="3">
                  <c:v>49.5576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46.6186</c:v>
                </c:pt>
                <c:pt idx="1">
                  <c:v>55.7877</c:v>
                </c:pt>
                <c:pt idx="2">
                  <c:v>53.6427</c:v>
                </c:pt>
                <c:pt idx="3">
                  <c:v>51.743</c:v>
                </c:pt>
                <c:pt idx="4">
                  <c:v>44.1767</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36.1008</c:v>
                </c:pt>
                <c:pt idx="1">
                  <c:v>34.5055</c:v>
                </c:pt>
                <c:pt idx="2">
                  <c:v>38.1568</c:v>
                </c:pt>
                <c:pt idx="3">
                  <c:v>36.0709</c:v>
                </c:pt>
                <c:pt idx="4">
                  <c:v>33.3587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38.1442</c:v>
                </c:pt>
                <c:pt idx="1">
                  <c:v>40.3108</c:v>
                </c:pt>
                <c:pt idx="2">
                  <c:v>45.0789</c:v>
                </c:pt>
                <c:pt idx="3">
                  <c:v>40.0076</c:v>
                </c:pt>
                <c:pt idx="4">
                  <c:v>35.7895</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41.113</c:v>
                </c:pt>
                <c:pt idx="1">
                  <c:v>42.4157</c:v>
                </c:pt>
                <c:pt idx="2">
                  <c:v>47.4301</c:v>
                </c:pt>
                <c:pt idx="3">
                  <c:v>38.9719</c:v>
                </c:pt>
                <c:pt idx="4">
                  <c:v>33.413</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25.7%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
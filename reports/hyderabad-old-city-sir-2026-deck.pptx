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Left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39.655</c:v>
                </c:pt>
                <c:pt idx="1">
                  <c:v>41.3343</c:v>
                </c:pt>
                <c:pt idx="2">
                  <c:v>45.0896</c:v>
                </c:pt>
                <c:pt idx="3">
                  <c:v>39.4565</c:v>
                </c:pt>
                <c:pt idx="4">
                  <c:v>34.5704</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21.1249</c:v>
                </c:pt>
                <c:pt idx="1">
                  <c:v>23.3011</c:v>
                </c:pt>
                <c:pt idx="2">
                  <c:v>21.5475</c:v>
                </c:pt>
                <c:pt idx="3">
                  <c:v>21.2685</c:v>
                </c:pt>
                <c:pt idx="4">
                  <c:v>23.9309</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34.5704</c:v>
                </c:pt>
                <c:pt idx="1">
                  <c:v>36.9963</c:v>
                </c:pt>
                <c:pt idx="2">
                  <c:v>38.1891</c:v>
                </c:pt>
                <c:pt idx="3">
                  <c:v>39.4564</c:v>
                </c:pt>
                <c:pt idx="4">
                  <c:v>39.6387</c:v>
                </c:pt>
                <c:pt idx="5">
                  <c:v>39.655</c:v>
                </c:pt>
                <c:pt idx="6">
                  <c:v>40.0235</c:v>
                </c:pt>
                <c:pt idx="7">
                  <c:v>41.3343</c:v>
                </c:pt>
                <c:pt idx="8">
                  <c:v>42.0449</c:v>
                </c:pt>
                <c:pt idx="9">
                  <c:v>42.6132</c:v>
                </c:pt>
                <c:pt idx="10">
                  <c:v>42.7699</c:v>
                </c:pt>
                <c:pt idx="11">
                  <c:v>44.135</c:v>
                </c:pt>
                <c:pt idx="12">
                  <c:v>44.7617</c:v>
                </c:pt>
                <c:pt idx="13">
                  <c:v>44.9282</c:v>
                </c:pt>
                <c:pt idx="14">
                  <c:v>45.167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26.1588</c:v>
                </c:pt>
                <c:pt idx="1">
                  <c:v>29.1997</c:v>
                </c:pt>
                <c:pt idx="2">
                  <c:v>24.7509</c:v>
                </c:pt>
                <c:pt idx="3">
                  <c:v>21.6839</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53.0824</c:v>
                </c:pt>
                <c:pt idx="1">
                  <c:v>52.2272</c:v>
                </c:pt>
                <c:pt idx="2">
                  <c:v>51.7309</c:v>
                </c:pt>
                <c:pt idx="3">
                  <c:v>49.5576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46.6186</c:v>
                </c:pt>
                <c:pt idx="1">
                  <c:v>55.7877</c:v>
                </c:pt>
                <c:pt idx="2">
                  <c:v>53.6427</c:v>
                </c:pt>
                <c:pt idx="3">
                  <c:v>51.743</c:v>
                </c:pt>
                <c:pt idx="4">
                  <c:v>44.1767</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36.1008</c:v>
                </c:pt>
                <c:pt idx="1">
                  <c:v>34.5055</c:v>
                </c:pt>
                <c:pt idx="2">
                  <c:v>38.1568</c:v>
                </c:pt>
                <c:pt idx="3">
                  <c:v>36.0709</c:v>
                </c:pt>
                <c:pt idx="4">
                  <c:v>33.3587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38.1442</c:v>
                </c:pt>
                <c:pt idx="1">
                  <c:v>40.3108</c:v>
                </c:pt>
                <c:pt idx="2">
                  <c:v>45.0789</c:v>
                </c:pt>
                <c:pt idx="3">
                  <c:v>40.0076</c:v>
                </c:pt>
                <c:pt idx="4">
                  <c:v>35.7895</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41.113</c:v>
                </c:pt>
                <c:pt idx="1">
                  <c:v>42.4157</c:v>
                </c:pt>
                <c:pt idx="2">
                  <c:v>47.4301</c:v>
                </c:pt>
                <c:pt idx="3">
                  <c:v>38.9719</c:v>
                </c:pt>
                <c:pt idx="4">
                  <c:v>33.413</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exclusion rate, the share of its own members left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left 6.6 lakh electors in five Old City seats off the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on the rolls before the revision left off the draft</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left off the draft,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left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left off the draft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Left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left off the draft exceed every valid vote cast in 2023. Yakutpura was won by 878 votes and lost 1,54,982 names. Across the five, the names left off the draft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exclusions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left off the draft,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exclusions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left off the draft,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left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25.7%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left off the draft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left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left off the draft,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left off the draft,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left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left off the draft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left off the draft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left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exclusion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left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exclusion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exclusions.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Left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left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left off the draft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exclusions,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left off the draft more often than Muslim-name electors. The lists do show who bore the exclusions,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left off the draft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left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left off the draft,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left off the draft outnumber every valid vote cast in 2023. Only Yakutpura is close. Its runner-up would need 50.8% of those left off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left off the draft, from which parts, and who they were by age, sex, religion guessed from names, and link to the 2002 roll. Because the lists hold every elector, each group has a true exclusion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exclusion was right. A household that moved out is rightly marked "shifted", and the lists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exclusion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exclusions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and do not list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exclusions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left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exclusion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ImpactMojo</dc:creator>
  <cp:lastModifiedBy>ImpactMojo</cp:lastModifiedBy>
  <cp:revision>1</cp:revision>
  <dcterms:created xsi:type="dcterms:W3CDTF">2026-10-14T06:30:49Z</dcterms:created>
  <dcterms:modified xsi:type="dcterms:W3CDTF">2026-10-14T06:30:49Z</dcterms:modified>
</cp:coreProperties>
</file>
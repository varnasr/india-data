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the final roll is due on 9 November, so restorations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one of size; the roll records no one's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Commission extended the calendar on 7 September: claims to 7 October, hearings to 5 November, final roll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an officer's entry, not a finding. An untraceable entry records only that someone was not found.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follow the capital region, not the Old City.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state publishes totals only below the district: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estimated from names; the roll records none.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Negative: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the untraceable share uses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an officer's entry, not a finding.</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What the lists show is who carried the burden: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a correct "shifted" deletion; the files cannot tell it from an elector who was at home and missed. Religion and age are given separately,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Source: the September 2026 SIR lists for the five constituencies, which record the outcome for every elector on the pre-revision roll: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 rate: electors on the absent-shifted-dead list divided by electors on the pre-revision roll, for each group. In Bihar the lists hold only the removed, so the Bihar deck gives shares of removals instead.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Within-part difference: one group's rate minus another's inside each polling part, pooled with each part weighted by its smaller group; parts with fewer than 20 of either are left out. This holds the locality and the officer fixed.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2023 results: the declared Assembly results. Only counts are published: no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2026-09-30T13:02:35Z</dcterms:created>
  <dcterms:modified xsi:type="dcterms:W3CDTF">2026-09-30T13:02:35Z</dcterms:modified>
</cp:coreProperties>
</file>
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Old City seats lost 39.9% of their roll, Hyderabad's other ten seats 41.6%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 The Bihar lists hold only the removed, so the Bihar deck gives shares of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2026-09-30T18:34:28Z</dcterms:created>
  <dcterms:modified xsi:type="dcterms:W3CDTF">2026-09-30T18:34:28Z</dcterms:modified>
</cp:coreProperties>
</file>
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Cases in the typical slot (median)</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lists cover every elector on the rolls of the five constituencies before the revision, so each group has a true removal rate, the share of its own members struck off. These are the September 2026 lists.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polling part is the section of the roll served by one polling station. A rank correlation runs from -1 to 1 and measures how far two orderings of the parts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rolls before the revision</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rolls before the revision, as a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lost 41.0% of its roll, and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from 70.1% to 76.6% of those aged 80 and over and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can be traced to the roll of the 2002 intensive revision.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25.3% of linked electors were struck off, and 51.6% of those with no link.</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revision asks every elector to show a link to the 2002 roll.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Middle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and the typical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typical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with 1,42,688 names against 1,47,799 in the published list and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are Spearman rank correlations, which compare orderings only,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2026-10-09T04:26:09Z</dcterms:created>
  <dcterms:modified xsi:type="dcterms:W3CDTF">2026-10-09T04:26:09Z</dcterms:modified>
</cp:coreProperties>
</file>
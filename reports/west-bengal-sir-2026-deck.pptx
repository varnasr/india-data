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27.979</c:v>
                </c:pt>
                <c:pt idx="1">
                  <c:v>24.5407</c:v>
                </c:pt>
                <c:pt idx="2">
                  <c:v>14.9663</c:v>
                </c:pt>
                <c:pt idx="3">
                  <c:v>14.1908</c:v>
                </c:pt>
                <c:pt idx="4">
                  <c:v>13.6976</c:v>
                </c:pt>
                <c:pt idx="5">
                  <c:v>13.4993</c:v>
                </c:pt>
                <c:pt idx="6">
                  <c:v>12.3937</c:v>
                </c:pt>
                <c:pt idx="7">
                  <c:v>12.2331</c:v>
                </c:pt>
                <c:pt idx="8">
                  <c:v>11.8552</c:v>
                </c:pt>
                <c:pt idx="9">
                  <c:v>11.6296</c:v>
                </c:pt>
                <c:pt idx="10">
                  <c:v>10.8391</c:v>
                </c:pt>
                <c:pt idx="11">
                  <c:v>10.1199</c:v>
                </c:pt>
                <c:pt idx="12">
                  <c:v>9.3528</c:v>
                </c:pt>
                <c:pt idx="13">
                  <c:v>9.0927</c:v>
                </c:pt>
                <c:pt idx="14">
                  <c:v>8.9814</c:v>
                </c:pt>
                <c:pt idx="15">
                  <c:v>8.5544</c:v>
                </c:pt>
                <c:pt idx="16">
                  <c:v>7.7292</c:v>
                </c:pt>
                <c:pt idx="17">
                  <c:v>7.6653</c:v>
                </c:pt>
                <c:pt idx="18">
                  <c:v>7.5874</c:v>
                </c:pt>
                <c:pt idx="19">
                  <c:v>5.8754</c:v>
                </c:pt>
                <c:pt idx="20">
                  <c:v>5.3301</c:v>
                </c:pt>
                <c:pt idx="21">
                  <c:v>4.6884</c:v>
                </c:pt>
                <c:pt idx="22">
                  <c:v>3.0796</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48.7485</c:v>
                </c:pt>
                <c:pt idx="1">
                  <c:v>49.4388</c:v>
                </c:pt>
                <c:pt idx="2">
                  <c:v>49.4374</c:v>
                </c:pt>
                <c:pt idx="3">
                  <c:v>50.1827</c:v>
                </c:pt>
                <c:pt idx="4">
                  <c:v>49.596</c:v>
                </c:pt>
                <c:pt idx="5">
                  <c:v>50.665</c:v>
                </c:pt>
                <c:pt idx="6">
                  <c:v>48.2794</c:v>
                </c:pt>
                <c:pt idx="7">
                  <c:v>49.2108</c:v>
                </c:pt>
                <c:pt idx="8">
                  <c:v>49.5059</c:v>
                </c:pt>
                <c:pt idx="9">
                  <c:v>49.6688</c:v>
                </c:pt>
                <c:pt idx="10">
                  <c:v>49.2335</c:v>
                </c:pt>
                <c:pt idx="11">
                  <c:v>48.6366</c:v>
                </c:pt>
                <c:pt idx="12">
                  <c:v>49.7875</c:v>
                </c:pt>
                <c:pt idx="13">
                  <c:v>48.4692</c:v>
                </c:pt>
                <c:pt idx="14">
                  <c:v>48.9297</c:v>
                </c:pt>
                <c:pt idx="15">
                  <c:v>49.4772</c:v>
                </c:pt>
                <c:pt idx="16">
                  <c:v>49.4787</c:v>
                </c:pt>
                <c:pt idx="17">
                  <c:v>49.5075</c:v>
                </c:pt>
                <c:pt idx="18">
                  <c:v>49.7467</c:v>
                </c:pt>
                <c:pt idx="19">
                  <c:v>48.9431</c:v>
                </c:pt>
                <c:pt idx="20">
                  <c:v>49.0584</c:v>
                </c:pt>
                <c:pt idx="21">
                  <c:v>50.2763</c:v>
                </c:pt>
                <c:pt idx="22">
                  <c:v>45.8371</c:v>
                </c:pt>
                <c:pt idx="23">
                  <c:v>46.754</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67.658</c:v>
                </c:pt>
                <c:pt idx="1">
                  <c:v>62.0996</c:v>
                </c:pt>
                <c:pt idx="2">
                  <c:v>60.7145</c:v>
                </c:pt>
                <c:pt idx="3">
                  <c:v>60.906</c:v>
                </c:pt>
                <c:pt idx="4">
                  <c:v>58.5148</c:v>
                </c:pt>
                <c:pt idx="5">
                  <c:v>58.8193</c:v>
                </c:pt>
                <c:pt idx="6">
                  <c:v>55.2587</c:v>
                </c:pt>
                <c:pt idx="7">
                  <c:v>55.8047</c:v>
                </c:pt>
                <c:pt idx="8">
                  <c:v>55.3119</c:v>
                </c:pt>
                <c:pt idx="9">
                  <c:v>55.3583</c:v>
                </c:pt>
                <c:pt idx="10">
                  <c:v>54.7374</c:v>
                </c:pt>
                <c:pt idx="11">
                  <c:v>53.9667</c:v>
                </c:pt>
                <c:pt idx="12">
                  <c:v>54.2675</c:v>
                </c:pt>
                <c:pt idx="13">
                  <c:v>52.646</c:v>
                </c:pt>
                <c:pt idx="14">
                  <c:v>52.617</c:v>
                </c:pt>
                <c:pt idx="15">
                  <c:v>52.1132</c:v>
                </c:pt>
                <c:pt idx="16">
                  <c:v>52.0648</c:v>
                </c:pt>
                <c:pt idx="17">
                  <c:v>52.0911</c:v>
                </c:pt>
                <c:pt idx="18">
                  <c:v>51.5633</c:v>
                </c:pt>
                <c:pt idx="19">
                  <c:v>50.4159</c:v>
                </c:pt>
                <c:pt idx="20">
                  <c:v>50.316</c:v>
                </c:pt>
                <c:pt idx="21">
                  <c:v>50.245</c:v>
                </c:pt>
                <c:pt idx="22">
                  <c:v>38.6688</c:v>
                </c:pt>
                <c:pt idx="23">
                  <c:v>39.1943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3.8051</c:v>
                </c:pt>
                <c:pt idx="1">
                  <c:v>6.3306</c:v>
                </c:pt>
                <c:pt idx="2">
                  <c:v>5.3416</c:v>
                </c:pt>
                <c:pt idx="3">
                  <c:v>5.1112</c:v>
                </c:pt>
                <c:pt idx="4">
                  <c:v>4.499</c:v>
                </c:pt>
                <c:pt idx="5">
                  <c:v>8.8869</c:v>
                </c:pt>
                <c:pt idx="6">
                  <c:v>4.1825</c:v>
                </c:pt>
                <c:pt idx="7">
                  <c:v>8.8084</c:v>
                </c:pt>
                <c:pt idx="8">
                  <c:v>2.948</c:v>
                </c:pt>
                <c:pt idx="9">
                  <c:v>5.8621</c:v>
                </c:pt>
                <c:pt idx="10">
                  <c:v>6.2629</c:v>
                </c:pt>
                <c:pt idx="11">
                  <c:v>5.0909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11.8552</c:v>
                </c:pt>
                <c:pt idx="1">
                  <c:v>14.1908</c:v>
                </c:pt>
                <c:pt idx="2">
                  <c:v>12.2331</c:v>
                </c:pt>
                <c:pt idx="3">
                  <c:v>11.6296</c:v>
                </c:pt>
                <c:pt idx="4">
                  <c:v>10.1199</c:v>
                </c:pt>
                <c:pt idx="5">
                  <c:v>13.6976</c:v>
                </c:pt>
                <c:pt idx="6">
                  <c:v>8.9814</c:v>
                </c:pt>
                <c:pt idx="7">
                  <c:v>13.4993</c:v>
                </c:pt>
                <c:pt idx="8">
                  <c:v>7.5874</c:v>
                </c:pt>
                <c:pt idx="9">
                  <c:v>9.0927</c:v>
                </c:pt>
                <c:pt idx="10">
                  <c:v>9.3528</c:v>
                </c:pt>
                <c:pt idx="11">
                  <c:v>7.6653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34.2%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2026-10-10T13:42:11Z</dcterms:created>
  <dcterms:modified xsi:type="dcterms:W3CDTF">2026-10-10T13:42:11Z</dcterms:modified>
</cp:coreProperties>
</file>
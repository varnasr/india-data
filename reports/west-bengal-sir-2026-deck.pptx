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27.98</c:v>
                </c:pt>
                <c:pt idx="1">
                  <c:v>24.54</c:v>
                </c:pt>
                <c:pt idx="2">
                  <c:v>14.97</c:v>
                </c:pt>
                <c:pt idx="3">
                  <c:v>14.19</c:v>
                </c:pt>
                <c:pt idx="4">
                  <c:v>13.7</c:v>
                </c:pt>
                <c:pt idx="5">
                  <c:v>13.5</c:v>
                </c:pt>
                <c:pt idx="6">
                  <c:v>12.39</c:v>
                </c:pt>
                <c:pt idx="7">
                  <c:v>12.23</c:v>
                </c:pt>
                <c:pt idx="8">
                  <c:v>11.86</c:v>
                </c:pt>
                <c:pt idx="9">
                  <c:v>11.63</c:v>
                </c:pt>
                <c:pt idx="10">
                  <c:v>10.84</c:v>
                </c:pt>
                <c:pt idx="11">
                  <c:v>10.12</c:v>
                </c:pt>
                <c:pt idx="12">
                  <c:v>9.35</c:v>
                </c:pt>
                <c:pt idx="13">
                  <c:v>9.09</c:v>
                </c:pt>
                <c:pt idx="14">
                  <c:v>8.98</c:v>
                </c:pt>
                <c:pt idx="15">
                  <c:v>8.55</c:v>
                </c:pt>
                <c:pt idx="16">
                  <c:v>7.73</c:v>
                </c:pt>
                <c:pt idx="17">
                  <c:v>7.67</c:v>
                </c:pt>
                <c:pt idx="18">
                  <c:v>7.59</c:v>
                </c:pt>
                <c:pt idx="19">
                  <c:v>5.88</c:v>
                </c:pt>
                <c:pt idx="20">
                  <c:v>5.33</c:v>
                </c:pt>
                <c:pt idx="21">
                  <c:v>4.69</c:v>
                </c:pt>
                <c:pt idx="22">
                  <c:v>3.08</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48.75</c:v>
                </c:pt>
                <c:pt idx="1">
                  <c:v>49.44</c:v>
                </c:pt>
                <c:pt idx="2">
                  <c:v>49.44</c:v>
                </c:pt>
                <c:pt idx="3">
                  <c:v>50.18</c:v>
                </c:pt>
                <c:pt idx="4">
                  <c:v>49.6</c:v>
                </c:pt>
                <c:pt idx="5">
                  <c:v>50.66</c:v>
                </c:pt>
                <c:pt idx="6">
                  <c:v>48.28</c:v>
                </c:pt>
                <c:pt idx="7">
                  <c:v>49.21</c:v>
                </c:pt>
                <c:pt idx="8">
                  <c:v>49.51</c:v>
                </c:pt>
                <c:pt idx="9">
                  <c:v>49.67</c:v>
                </c:pt>
                <c:pt idx="10">
                  <c:v>49.23</c:v>
                </c:pt>
                <c:pt idx="11">
                  <c:v>48.64</c:v>
                </c:pt>
                <c:pt idx="12">
                  <c:v>49.79</c:v>
                </c:pt>
                <c:pt idx="13">
                  <c:v>48.47</c:v>
                </c:pt>
                <c:pt idx="14">
                  <c:v>48.93</c:v>
                </c:pt>
                <c:pt idx="15">
                  <c:v>49.48</c:v>
                </c:pt>
                <c:pt idx="16">
                  <c:v>49.51</c:v>
                </c:pt>
                <c:pt idx="17">
                  <c:v>49.48</c:v>
                </c:pt>
                <c:pt idx="18">
                  <c:v>49.75</c:v>
                </c:pt>
                <c:pt idx="19">
                  <c:v>48.94</c:v>
                </c:pt>
                <c:pt idx="20">
                  <c:v>49.06</c:v>
                </c:pt>
                <c:pt idx="21">
                  <c:v>50.28</c:v>
                </c:pt>
                <c:pt idx="22">
                  <c:v>45.84</c:v>
                </c:pt>
                <c:pt idx="23">
                  <c:v>46.75</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67.66</c:v>
                </c:pt>
                <c:pt idx="1">
                  <c:v>62.1</c:v>
                </c:pt>
                <c:pt idx="2">
                  <c:v>60.71</c:v>
                </c:pt>
                <c:pt idx="3">
                  <c:v>60.91</c:v>
                </c:pt>
                <c:pt idx="4">
                  <c:v>58.51</c:v>
                </c:pt>
                <c:pt idx="5">
                  <c:v>58.82</c:v>
                </c:pt>
                <c:pt idx="6">
                  <c:v>55.26</c:v>
                </c:pt>
                <c:pt idx="7">
                  <c:v>55.8</c:v>
                </c:pt>
                <c:pt idx="8">
                  <c:v>55.31</c:v>
                </c:pt>
                <c:pt idx="9">
                  <c:v>55.36</c:v>
                </c:pt>
                <c:pt idx="10">
                  <c:v>54.74</c:v>
                </c:pt>
                <c:pt idx="11">
                  <c:v>53.97</c:v>
                </c:pt>
                <c:pt idx="12">
                  <c:v>54.27</c:v>
                </c:pt>
                <c:pt idx="13">
                  <c:v>52.65</c:v>
                </c:pt>
                <c:pt idx="14">
                  <c:v>52.62</c:v>
                </c:pt>
                <c:pt idx="15">
                  <c:v>52.11</c:v>
                </c:pt>
                <c:pt idx="16">
                  <c:v>52.09</c:v>
                </c:pt>
                <c:pt idx="17">
                  <c:v>52.06</c:v>
                </c:pt>
                <c:pt idx="18">
                  <c:v>51.56</c:v>
                </c:pt>
                <c:pt idx="19">
                  <c:v>50.42</c:v>
                </c:pt>
                <c:pt idx="20">
                  <c:v>50.32</c:v>
                </c:pt>
                <c:pt idx="21">
                  <c:v>50.24</c:v>
                </c:pt>
                <c:pt idx="22">
                  <c:v>38.67</c:v>
                </c:pt>
                <c:pt idx="23">
                  <c:v>39.19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3.81</c:v>
                </c:pt>
                <c:pt idx="1">
                  <c:v>6.33</c:v>
                </c:pt>
                <c:pt idx="2">
                  <c:v>5.34</c:v>
                </c:pt>
                <c:pt idx="3">
                  <c:v>5.11</c:v>
                </c:pt>
                <c:pt idx="4">
                  <c:v>4.5</c:v>
                </c:pt>
                <c:pt idx="5">
                  <c:v>8.89</c:v>
                </c:pt>
                <c:pt idx="6">
                  <c:v>4.18</c:v>
                </c:pt>
                <c:pt idx="7">
                  <c:v>8.81</c:v>
                </c:pt>
                <c:pt idx="8">
                  <c:v>2.95</c:v>
                </c:pt>
                <c:pt idx="9">
                  <c:v>5.86</c:v>
                </c:pt>
                <c:pt idx="10">
                  <c:v>6.26</c:v>
                </c:pt>
                <c:pt idx="11">
                  <c:v>5.09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11.86</c:v>
                </c:pt>
                <c:pt idx="1">
                  <c:v>14.19</c:v>
                </c:pt>
                <c:pt idx="2">
                  <c:v>12.23</c:v>
                </c:pt>
                <c:pt idx="3">
                  <c:v>11.63</c:v>
                </c:pt>
                <c:pt idx="4">
                  <c:v>10.12</c:v>
                </c:pt>
                <c:pt idx="5">
                  <c:v>13.7</c:v>
                </c:pt>
                <c:pt idx="6">
                  <c:v>8.98</c:v>
                </c:pt>
                <c:pt idx="7">
                  <c:v>13.5</c:v>
                </c:pt>
                <c:pt idx="8">
                  <c:v>7.59</c:v>
                </c:pt>
                <c:pt idx="9">
                  <c:v>9.09</c:v>
                </c:pt>
                <c:pt idx="10">
                  <c:v>9.35</c:v>
                </c:pt>
                <c:pt idx="11">
                  <c:v>7.67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34.1%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
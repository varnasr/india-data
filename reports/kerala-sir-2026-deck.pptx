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13.17</c:v>
                </c:pt>
                <c:pt idx="2">
                  <c:v>11.65</c:v>
                </c:pt>
                <c:pt idx="3">
                  <c:v>10.18</c:v>
                </c:pt>
                <c:pt idx="4">
                  <c:v>9.77</c:v>
                </c:pt>
                <c:pt idx="5">
                  <c:v>9.7</c:v>
                </c:pt>
                <c:pt idx="6">
                  <c:v>7.84</c:v>
                </c:pt>
                <c:pt idx="7">
                  <c:v>7.81</c:v>
                </c:pt>
                <c:pt idx="8">
                  <c:v>7.31</c:v>
                </c:pt>
                <c:pt idx="9">
                  <c:v>6.96</c:v>
                </c:pt>
                <c:pt idx="10">
                  <c:v>5.87</c:v>
                </c:pt>
                <c:pt idx="11">
                  <c:v>5.14</c:v>
                </c:pt>
                <c:pt idx="12">
                  <c:v>4.8</c:v>
                </c:pt>
                <c:pt idx="13">
                  <c:v>4.67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c:v>
                </c:pt>
                <c:pt idx="1">
                  <c:v>50.9</c:v>
                </c:pt>
                <c:pt idx="2">
                  <c:v>51.37</c:v>
                </c:pt>
                <c:pt idx="3">
                  <c:v>52.24</c:v>
                </c:pt>
                <c:pt idx="4">
                  <c:v>52.65</c:v>
                </c:pt>
                <c:pt idx="5">
                  <c:v>51.51</c:v>
                </c:pt>
                <c:pt idx="6">
                  <c:v>52.19</c:v>
                </c:pt>
                <c:pt idx="7">
                  <c:v>51.17</c:v>
                </c:pt>
                <c:pt idx="8">
                  <c:v>52.44</c:v>
                </c:pt>
                <c:pt idx="9">
                  <c:v>51.64</c:v>
                </c:pt>
                <c:pt idx="10">
                  <c:v>51.16</c:v>
                </c:pt>
                <c:pt idx="11">
                  <c:v>51.13</c:v>
                </c:pt>
                <c:pt idx="12">
                  <c:v>50</c:v>
                </c:pt>
                <c:pt idx="13">
                  <c:v>52.62</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53.3</c:v>
                </c:pt>
                <c:pt idx="1">
                  <c:v>53.56</c:v>
                </c:pt>
                <c:pt idx="2">
                  <c:v>53.18</c:v>
                </c:pt>
                <c:pt idx="3">
                  <c:v>57.63</c:v>
                </c:pt>
                <c:pt idx="4">
                  <c:v>56.75</c:v>
                </c:pt>
                <c:pt idx="5">
                  <c:v>54.31</c:v>
                </c:pt>
                <c:pt idx="6">
                  <c:v>56.65</c:v>
                </c:pt>
                <c:pt idx="7">
                  <c:v>55.7</c:v>
                </c:pt>
                <c:pt idx="8">
                  <c:v>54.38</c:v>
                </c:pt>
                <c:pt idx="9">
                  <c:v>56.47</c:v>
                </c:pt>
                <c:pt idx="10">
                  <c:v>53.22</c:v>
                </c:pt>
                <c:pt idx="11">
                  <c:v>58.43</c:v>
                </c:pt>
                <c:pt idx="12">
                  <c:v>59.92</c:v>
                </c:pt>
                <c:pt idx="13">
                  <c:v>54.27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5.8</c:v>
                </c:pt>
                <c:pt idx="6">
                  <c:v>4.1</c:v>
                </c:pt>
                <c:pt idx="7">
                  <c:v>2.3</c:v>
                </c:pt>
                <c:pt idx="8">
                  <c:v>2.5</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1.4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2026-10-09T04:26:10Z</dcterms:created>
  <dcterms:modified xsi:type="dcterms:W3CDTF">2026-10-09T04:26:10Z</dcterms:modified>
</cp:coreProperties>
</file>
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14.0049</c:v>
                </c:pt>
                <c:pt idx="1">
                  <c:v>13.1674</c:v>
                </c:pt>
                <c:pt idx="2">
                  <c:v>11.6547</c:v>
                </c:pt>
                <c:pt idx="3">
                  <c:v>10.1769</c:v>
                </c:pt>
                <c:pt idx="4">
                  <c:v>9.7709</c:v>
                </c:pt>
                <c:pt idx="5">
                  <c:v>9.7032</c:v>
                </c:pt>
                <c:pt idx="6">
                  <c:v>7.8444</c:v>
                </c:pt>
                <c:pt idx="7">
                  <c:v>7.8061</c:v>
                </c:pt>
                <c:pt idx="8">
                  <c:v>7.3114</c:v>
                </c:pt>
                <c:pt idx="9">
                  <c:v>6.9572</c:v>
                </c:pt>
                <c:pt idx="10">
                  <c:v>5.8725</c:v>
                </c:pt>
                <c:pt idx="11">
                  <c:v>5.1354</c:v>
                </c:pt>
                <c:pt idx="12">
                  <c:v>4.7956</c:v>
                </c:pt>
                <c:pt idx="13">
                  <c:v>4.6727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52.5048</c:v>
                </c:pt>
                <c:pt idx="1">
                  <c:v>50.9006</c:v>
                </c:pt>
                <c:pt idx="2">
                  <c:v>51.3653</c:v>
                </c:pt>
                <c:pt idx="3">
                  <c:v>52.2353</c:v>
                </c:pt>
                <c:pt idx="4">
                  <c:v>52.6544</c:v>
                </c:pt>
                <c:pt idx="5">
                  <c:v>51.5097</c:v>
                </c:pt>
                <c:pt idx="6">
                  <c:v>52.1892</c:v>
                </c:pt>
                <c:pt idx="7">
                  <c:v>51.1746</c:v>
                </c:pt>
                <c:pt idx="8">
                  <c:v>52.4376</c:v>
                </c:pt>
                <c:pt idx="9">
                  <c:v>51.6359</c:v>
                </c:pt>
                <c:pt idx="10">
                  <c:v>51.1554</c:v>
                </c:pt>
                <c:pt idx="11">
                  <c:v>51.1339</c:v>
                </c:pt>
                <c:pt idx="12">
                  <c:v>50.0035</c:v>
                </c:pt>
                <c:pt idx="13">
                  <c:v>52.6231</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53.297</c:v>
                </c:pt>
                <c:pt idx="1">
                  <c:v>53.5602</c:v>
                </c:pt>
                <c:pt idx="2">
                  <c:v>53.1768</c:v>
                </c:pt>
                <c:pt idx="3">
                  <c:v>57.6271</c:v>
                </c:pt>
                <c:pt idx="4">
                  <c:v>56.7476</c:v>
                </c:pt>
                <c:pt idx="5">
                  <c:v>54.3148</c:v>
                </c:pt>
                <c:pt idx="6">
                  <c:v>56.6463</c:v>
                </c:pt>
                <c:pt idx="7">
                  <c:v>55.7018</c:v>
                </c:pt>
                <c:pt idx="8">
                  <c:v>54.3795</c:v>
                </c:pt>
                <c:pt idx="9">
                  <c:v>56.4727</c:v>
                </c:pt>
                <c:pt idx="10">
                  <c:v>53.2204</c:v>
                </c:pt>
                <c:pt idx="11">
                  <c:v>58.4348</c:v>
                </c:pt>
                <c:pt idx="12">
                  <c:v>59.9185</c:v>
                </c:pt>
                <c:pt idx="13">
                  <c:v>54.2749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5.9</c:v>
                </c:pt>
                <c:pt idx="6">
                  <c:v>4.1</c:v>
                </c:pt>
                <c:pt idx="7">
                  <c:v>2.3</c:v>
                </c:pt>
                <c:pt idx="8">
                  <c:v>2.4</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left off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left off or deleted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left off the draft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1.5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names left off can show intent, and the fall in the roll is a different count from the names left off the draft.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